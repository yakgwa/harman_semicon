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1986" r:id="rId2"/>
    <p:sldId id="2002" r:id="rId3"/>
    <p:sldId id="2025" r:id="rId4"/>
    <p:sldId id="2028" r:id="rId5"/>
    <p:sldId id="2026" r:id="rId6"/>
    <p:sldId id="2029" r:id="rId7"/>
    <p:sldId id="2027" r:id="rId8"/>
    <p:sldId id="2030" r:id="rId9"/>
    <p:sldId id="2009" r:id="rId10"/>
    <p:sldId id="2031" r:id="rId11"/>
    <p:sldId id="2032" r:id="rId12"/>
    <p:sldId id="2037" r:id="rId13"/>
    <p:sldId id="2034" r:id="rId14"/>
    <p:sldId id="2035" r:id="rId15"/>
    <p:sldId id="2036" r:id="rId16"/>
    <p:sldId id="2033" r:id="rId17"/>
    <p:sldId id="2020" r:id="rId18"/>
    <p:sldId id="2038" r:id="rId19"/>
    <p:sldId id="2040" r:id="rId20"/>
    <p:sldId id="2039" r:id="rId21"/>
    <p:sldId id="2042" r:id="rId22"/>
    <p:sldId id="2050" r:id="rId23"/>
    <p:sldId id="2051" r:id="rId24"/>
    <p:sldId id="2045" r:id="rId25"/>
    <p:sldId id="2043" r:id="rId26"/>
    <p:sldId id="2044" r:id="rId27"/>
    <p:sldId id="2046" r:id="rId28"/>
    <p:sldId id="2053" r:id="rId29"/>
    <p:sldId id="2047" r:id="rId30"/>
    <p:sldId id="2048" r:id="rId31"/>
    <p:sldId id="2049" r:id="rId32"/>
    <p:sldId id="2052" r:id="rId33"/>
    <p:sldId id="2054" r:id="rId34"/>
    <p:sldId id="2055" r:id="rId35"/>
    <p:sldId id="2056" r:id="rId36"/>
    <p:sldId id="2057" r:id="rId37"/>
    <p:sldId id="2058" r:id="rId38"/>
    <p:sldId id="2059" r:id="rId39"/>
    <p:sldId id="2060" r:id="rId40"/>
    <p:sldId id="2061" r:id="rId41"/>
    <p:sldId id="2062" r:id="rId42"/>
    <p:sldId id="2063" r:id="rId43"/>
    <p:sldId id="2064" r:id="rId44"/>
    <p:sldId id="2065" r:id="rId45"/>
    <p:sldId id="2066" r:id="rId4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726A"/>
    <a:srgbClr val="F99945"/>
    <a:srgbClr val="FEBD63"/>
    <a:srgbClr val="B9D9D4"/>
    <a:srgbClr val="BCA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69" autoAdjust="0"/>
    <p:restoredTop sz="94774" autoAdjust="0"/>
  </p:normalViewPr>
  <p:slideViewPr>
    <p:cSldViewPr snapToGrid="0">
      <p:cViewPr varScale="1">
        <p:scale>
          <a:sx n="110" d="100"/>
          <a:sy n="110" d="100"/>
        </p:scale>
        <p:origin x="12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44812-AED3-460D-B4C4-88BDBE683BA8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EBACD-F43B-4DD1-A5D0-5597CD492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679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10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338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53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078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014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0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739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1079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923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876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126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026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39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2045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439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3324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8087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93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5971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830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7733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79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0358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08537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7086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3546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7813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666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0253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1670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862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5793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2744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8181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7787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6663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8214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66006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4EBACD-F43B-4DD1-A5D0-5597CD492B3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723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15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702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552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570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050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875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5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3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443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74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46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2025-09-08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905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9D9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3A440-9AB5-EC30-B259-C8924141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6C259D-128C-8F21-D44B-ABBD86574EFC}"/>
              </a:ext>
            </a:extLst>
          </p:cNvPr>
          <p:cNvGrpSpPr/>
          <p:nvPr/>
        </p:nvGrpSpPr>
        <p:grpSpPr>
          <a:xfrm>
            <a:off x="1958130" y="635727"/>
            <a:ext cx="7531558" cy="5569344"/>
            <a:chOff x="4096775" y="304800"/>
            <a:chExt cx="4504864" cy="636270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18618F-3467-D92B-E821-50C8C00CA88B}"/>
                </a:ext>
              </a:extLst>
            </p:cNvPr>
            <p:cNvSpPr/>
            <p:nvPr/>
          </p:nvSpPr>
          <p:spPr>
            <a:xfrm>
              <a:off x="4302126" y="419100"/>
              <a:ext cx="429951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148FBAE-2316-CAA8-C4F1-7247577962DD}"/>
                </a:ext>
              </a:extLst>
            </p:cNvPr>
            <p:cNvSpPr/>
            <p:nvPr/>
          </p:nvSpPr>
          <p:spPr>
            <a:xfrm>
              <a:off x="4240213" y="304800"/>
              <a:ext cx="4217988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B86F8AC4-53DD-A6BD-C32E-54B9CB063C3B}"/>
                </a:ext>
              </a:extLst>
            </p:cNvPr>
            <p:cNvSpPr/>
            <p:nvPr/>
          </p:nvSpPr>
          <p:spPr>
            <a:xfrm>
              <a:off x="4096775" y="304800"/>
              <a:ext cx="4361427" cy="6248400"/>
            </a:xfrm>
            <a:custGeom>
              <a:avLst/>
              <a:gdLst>
                <a:gd name="connsiteX0" fmla="*/ 309706 w 4361427"/>
                <a:gd name="connsiteY0" fmla="*/ 0 h 6248400"/>
                <a:gd name="connsiteX1" fmla="*/ 3684901 w 4361427"/>
                <a:gd name="connsiteY1" fmla="*/ 0 h 6248400"/>
                <a:gd name="connsiteX2" fmla="*/ 3688325 w 4361427"/>
                <a:gd name="connsiteY2" fmla="*/ 0 h 6248400"/>
                <a:gd name="connsiteX3" fmla="*/ 4245323 w 4361427"/>
                <a:gd name="connsiteY3" fmla="*/ 0 h 6248400"/>
                <a:gd name="connsiteX4" fmla="*/ 4361427 w 4361427"/>
                <a:gd name="connsiteY4" fmla="*/ 116104 h 6248400"/>
                <a:gd name="connsiteX5" fmla="*/ 4361427 w 4361427"/>
                <a:gd name="connsiteY5" fmla="*/ 6132296 h 6248400"/>
                <a:gd name="connsiteX6" fmla="*/ 4245323 w 4361427"/>
                <a:gd name="connsiteY6" fmla="*/ 6248400 h 6248400"/>
                <a:gd name="connsiteX7" fmla="*/ 3688325 w 4361427"/>
                <a:gd name="connsiteY7" fmla="*/ 6248400 h 6248400"/>
                <a:gd name="connsiteX8" fmla="*/ 3684901 w 4361427"/>
                <a:gd name="connsiteY8" fmla="*/ 6248400 h 6248400"/>
                <a:gd name="connsiteX9" fmla="*/ 3684502 w 4361427"/>
                <a:gd name="connsiteY9" fmla="*/ 6248320 h 6248400"/>
                <a:gd name="connsiteX10" fmla="*/ 3512498 w 4361427"/>
                <a:gd name="connsiteY10" fmla="*/ 6244691 h 6248400"/>
                <a:gd name="connsiteX11" fmla="*/ 182519 w 4361427"/>
                <a:gd name="connsiteY11" fmla="*/ 5980523 h 6248400"/>
                <a:gd name="connsiteX12" fmla="*/ 0 w 4361427"/>
                <a:gd name="connsiteY12" fmla="*/ 5737652 h 6248400"/>
                <a:gd name="connsiteX13" fmla="*/ 143436 w 4361427"/>
                <a:gd name="connsiteY13" fmla="*/ 167319 h 6248400"/>
                <a:gd name="connsiteX14" fmla="*/ 309706 w 4361427"/>
                <a:gd name="connsiteY14" fmla="*/ 0 h 624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61427" h="6248400">
                  <a:moveTo>
                    <a:pt x="309706" y="0"/>
                  </a:moveTo>
                  <a:lnTo>
                    <a:pt x="3684901" y="0"/>
                  </a:lnTo>
                  <a:lnTo>
                    <a:pt x="3688325" y="0"/>
                  </a:lnTo>
                  <a:lnTo>
                    <a:pt x="4245323" y="0"/>
                  </a:lnTo>
                  <a:cubicBezTo>
                    <a:pt x="4309445" y="0"/>
                    <a:pt x="4361427" y="51982"/>
                    <a:pt x="4361427" y="116104"/>
                  </a:cubicBezTo>
                  <a:lnTo>
                    <a:pt x="4361427" y="6132296"/>
                  </a:lnTo>
                  <a:cubicBezTo>
                    <a:pt x="4361427" y="6196418"/>
                    <a:pt x="4309445" y="6248400"/>
                    <a:pt x="4245323" y="6248400"/>
                  </a:cubicBezTo>
                  <a:lnTo>
                    <a:pt x="3688325" y="6248400"/>
                  </a:lnTo>
                  <a:lnTo>
                    <a:pt x="3684901" y="6248400"/>
                  </a:lnTo>
                  <a:lnTo>
                    <a:pt x="3684502" y="6248320"/>
                  </a:lnTo>
                  <a:lnTo>
                    <a:pt x="3512498" y="6244691"/>
                  </a:lnTo>
                  <a:cubicBezTo>
                    <a:pt x="1240870" y="6192327"/>
                    <a:pt x="938355" y="6098252"/>
                    <a:pt x="182519" y="5980523"/>
                  </a:cubicBezTo>
                  <a:cubicBezTo>
                    <a:pt x="36903" y="5962480"/>
                    <a:pt x="0" y="5830059"/>
                    <a:pt x="0" y="5737652"/>
                  </a:cubicBezTo>
                  <a:cubicBezTo>
                    <a:pt x="231402" y="4134973"/>
                    <a:pt x="105336" y="2138929"/>
                    <a:pt x="143436" y="167319"/>
                  </a:cubicBezTo>
                  <a:cubicBezTo>
                    <a:pt x="143436" y="74912"/>
                    <a:pt x="217878" y="0"/>
                    <a:pt x="309706" y="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44C5B4-CF6B-5B99-3110-39BD522E7669}"/>
              </a:ext>
            </a:extLst>
          </p:cNvPr>
          <p:cNvGrpSpPr/>
          <p:nvPr/>
        </p:nvGrpSpPr>
        <p:grpSpPr>
          <a:xfrm>
            <a:off x="4310793" y="376470"/>
            <a:ext cx="302386" cy="570932"/>
            <a:chOff x="517612" y="111418"/>
            <a:chExt cx="302386" cy="570932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82BBE30-5AAE-8F07-E695-749313DAFC1E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E92C40F-B7E9-215D-2F25-DC7F1046347D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BD35A85-0BFB-9286-AD5A-F39992CD6648}"/>
              </a:ext>
            </a:extLst>
          </p:cNvPr>
          <p:cNvGrpSpPr/>
          <p:nvPr/>
        </p:nvGrpSpPr>
        <p:grpSpPr>
          <a:xfrm>
            <a:off x="4777524" y="376470"/>
            <a:ext cx="302386" cy="570932"/>
            <a:chOff x="517612" y="111418"/>
            <a:chExt cx="302386" cy="570932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B3F0F73-0475-D006-078F-13EEB6720C5E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283106A6-4339-2DCF-6508-DDB00C775628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893320D-191A-6280-8826-E8206207CAA1}"/>
              </a:ext>
            </a:extLst>
          </p:cNvPr>
          <p:cNvGrpSpPr/>
          <p:nvPr/>
        </p:nvGrpSpPr>
        <p:grpSpPr>
          <a:xfrm>
            <a:off x="5244255" y="376470"/>
            <a:ext cx="302386" cy="570932"/>
            <a:chOff x="517612" y="111418"/>
            <a:chExt cx="302386" cy="570932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428D00D-7BF9-268B-0969-DB27C4C9361B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F7F4D316-A834-E57D-06D3-5CCD762D666A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D72FC3F-390E-B0EA-FEBE-3F3EB9ADB0B3}"/>
              </a:ext>
            </a:extLst>
          </p:cNvPr>
          <p:cNvGrpSpPr/>
          <p:nvPr/>
        </p:nvGrpSpPr>
        <p:grpSpPr>
          <a:xfrm>
            <a:off x="5710986" y="376470"/>
            <a:ext cx="302386" cy="570932"/>
            <a:chOff x="517612" y="111418"/>
            <a:chExt cx="302386" cy="570932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8265FA0-EFAF-B4C6-8E75-181FC918FF4C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C4E03477-461E-3822-CA54-6B67AB9D2EBB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B5A3A7-3AE4-1DE4-2FD1-39FEDC605663}"/>
              </a:ext>
            </a:extLst>
          </p:cNvPr>
          <p:cNvGrpSpPr/>
          <p:nvPr/>
        </p:nvGrpSpPr>
        <p:grpSpPr>
          <a:xfrm>
            <a:off x="6177717" y="376470"/>
            <a:ext cx="302386" cy="570932"/>
            <a:chOff x="517612" y="111418"/>
            <a:chExt cx="302386" cy="57093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DF44235-8834-B66C-689A-3D438789286B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098773A3-38ED-87B5-C7EF-DDC35FD0CC74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685F018-3A3D-B2B8-7A24-2A03A0E8B914}"/>
              </a:ext>
            </a:extLst>
          </p:cNvPr>
          <p:cNvGrpSpPr/>
          <p:nvPr/>
        </p:nvGrpSpPr>
        <p:grpSpPr>
          <a:xfrm>
            <a:off x="6644448" y="376470"/>
            <a:ext cx="302386" cy="570932"/>
            <a:chOff x="517612" y="111418"/>
            <a:chExt cx="302386" cy="57093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522B87E-2978-AAA5-7848-CE2A2EC682F4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8F8A8A1B-BB8A-4BA5-8793-ED737D61CB9A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964CB44-8F81-13E5-A9AB-8215EFD61E1B}"/>
              </a:ext>
            </a:extLst>
          </p:cNvPr>
          <p:cNvGrpSpPr/>
          <p:nvPr/>
        </p:nvGrpSpPr>
        <p:grpSpPr>
          <a:xfrm>
            <a:off x="7111179" y="376470"/>
            <a:ext cx="302386" cy="570932"/>
            <a:chOff x="517612" y="111418"/>
            <a:chExt cx="302386" cy="570932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CA4CED4-D68F-A0BF-5397-6DC17C2CE867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C85FC119-D8D5-AF48-A885-759C4BFA639F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E877331-6A91-7232-CFE9-6CA840C57DEA}"/>
              </a:ext>
            </a:extLst>
          </p:cNvPr>
          <p:cNvSpPr txBox="1"/>
          <p:nvPr/>
        </p:nvSpPr>
        <p:spPr>
          <a:xfrm>
            <a:off x="3781127" y="2546115"/>
            <a:ext cx="41864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u="none" strike="noStrike" kern="0" cap="none" spc="0" normalizeH="0" baseline="0" noProof="0" dirty="0" smtClean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휴먼둥근헤드라인" panose="02030504000101010101" pitchFamily="18" charset="-127"/>
              </a:rPr>
              <a:t>Verilog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u="none" strike="noStrike" kern="0" cap="none" spc="0" normalizeH="0" baseline="0" noProof="0" dirty="0" smtClean="0">
                <a:ln w="9525"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휴먼둥근헤드라인" panose="02030504000101010101" pitchFamily="18" charset="-127"/>
              </a:rPr>
              <a:t>          UART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624DCF9-275E-2183-FEA4-88B1AA6D6AEC}"/>
              </a:ext>
            </a:extLst>
          </p:cNvPr>
          <p:cNvGrpSpPr/>
          <p:nvPr/>
        </p:nvGrpSpPr>
        <p:grpSpPr>
          <a:xfrm>
            <a:off x="7577911" y="376470"/>
            <a:ext cx="302386" cy="570932"/>
            <a:chOff x="517612" y="111418"/>
            <a:chExt cx="302386" cy="570932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D74B6D8-78AF-1791-1234-B8F0ED45B062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5F3C271F-1954-3C51-B07B-122697DCF3CC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FDA0B063-3805-2F4C-AAB2-1BA537DD048B}"/>
              </a:ext>
            </a:extLst>
          </p:cNvPr>
          <p:cNvSpPr/>
          <p:nvPr/>
        </p:nvSpPr>
        <p:spPr>
          <a:xfrm>
            <a:off x="4090981" y="6452502"/>
            <a:ext cx="4173471" cy="224117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057" y="5486400"/>
            <a:ext cx="2034019" cy="119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96983A9E-B5CA-AB61-4221-881DF98B222E}"/>
              </a:ext>
            </a:extLst>
          </p:cNvPr>
          <p:cNvSpPr/>
          <p:nvPr/>
        </p:nvSpPr>
        <p:spPr>
          <a:xfrm>
            <a:off x="192214" y="6225888"/>
            <a:ext cx="3014799" cy="376880"/>
          </a:xfrm>
          <a:custGeom>
            <a:avLst/>
            <a:gdLst>
              <a:gd name="connsiteX0" fmla="*/ 1460775 w 3014799"/>
              <a:gd name="connsiteY0" fmla="*/ 47 h 376880"/>
              <a:gd name="connsiteX1" fmla="*/ 1760812 w 3014799"/>
              <a:gd name="connsiteY1" fmla="*/ 14930 h 376880"/>
              <a:gd name="connsiteX2" fmla="*/ 2913337 w 3014799"/>
              <a:gd name="connsiteY2" fmla="*/ 300680 h 376880"/>
              <a:gd name="connsiteX3" fmla="*/ 2972543 w 3014799"/>
              <a:gd name="connsiteY3" fmla="*/ 340668 h 376880"/>
              <a:gd name="connsiteX4" fmla="*/ 3014799 w 3014799"/>
              <a:gd name="connsiteY4" fmla="*/ 376880 h 376880"/>
              <a:gd name="connsiteX5" fmla="*/ 160194 w 3014799"/>
              <a:gd name="connsiteY5" fmla="*/ 376880 h 376880"/>
              <a:gd name="connsiteX6" fmla="*/ 6991 w 3014799"/>
              <a:gd name="connsiteY6" fmla="*/ 275330 h 376880"/>
              <a:gd name="connsiteX7" fmla="*/ 0 w 3014799"/>
              <a:gd name="connsiteY7" fmla="*/ 240707 h 376880"/>
              <a:gd name="connsiteX8" fmla="*/ 46312 w 3014799"/>
              <a:gd name="connsiteY8" fmla="*/ 224480 h 376880"/>
              <a:gd name="connsiteX9" fmla="*/ 332062 w 3014799"/>
              <a:gd name="connsiteY9" fmla="*/ 253055 h 376880"/>
              <a:gd name="connsiteX10" fmla="*/ 646387 w 3014799"/>
              <a:gd name="connsiteY10" fmla="*/ 62555 h 376880"/>
              <a:gd name="connsiteX11" fmla="*/ 1460775 w 3014799"/>
              <a:gd name="connsiteY11" fmla="*/ 47 h 37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14799" h="376880">
                <a:moveTo>
                  <a:pt x="1460775" y="47"/>
                </a:moveTo>
                <a:cubicBezTo>
                  <a:pt x="1564359" y="543"/>
                  <a:pt x="1666356" y="5008"/>
                  <a:pt x="1760812" y="14930"/>
                </a:cubicBezTo>
                <a:cubicBezTo>
                  <a:pt x="2138637" y="54617"/>
                  <a:pt x="2753000" y="202255"/>
                  <a:pt x="2913337" y="300680"/>
                </a:cubicBezTo>
                <a:cubicBezTo>
                  <a:pt x="2933379" y="312983"/>
                  <a:pt x="2953570" y="326452"/>
                  <a:pt x="2972543" y="340668"/>
                </a:cubicBezTo>
                <a:lnTo>
                  <a:pt x="3014799" y="376880"/>
                </a:lnTo>
                <a:lnTo>
                  <a:pt x="160194" y="376880"/>
                </a:lnTo>
                <a:cubicBezTo>
                  <a:pt x="91323" y="376880"/>
                  <a:pt x="32232" y="335007"/>
                  <a:pt x="6991" y="275330"/>
                </a:cubicBezTo>
                <a:lnTo>
                  <a:pt x="0" y="240707"/>
                </a:lnTo>
                <a:lnTo>
                  <a:pt x="46312" y="224480"/>
                </a:lnTo>
                <a:cubicBezTo>
                  <a:pt x="136799" y="186380"/>
                  <a:pt x="232050" y="280042"/>
                  <a:pt x="332062" y="253055"/>
                </a:cubicBezTo>
                <a:cubicBezTo>
                  <a:pt x="432074" y="226068"/>
                  <a:pt x="408262" y="102243"/>
                  <a:pt x="646387" y="62555"/>
                </a:cubicBezTo>
                <a:cubicBezTo>
                  <a:pt x="824981" y="32789"/>
                  <a:pt x="1150022" y="-1441"/>
                  <a:pt x="1460775" y="47"/>
                </a:cubicBezTo>
                <a:close/>
              </a:path>
            </a:pathLst>
          </a:custGeom>
          <a:solidFill>
            <a:srgbClr val="B9D9D4">
              <a:alpha val="55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맑은 고딕" panose="020F0502020204030204"/>
                <a:ea typeface="Tmon몬소리 Black" panose="02000A03000000000000" pitchFamily="2" charset="-127"/>
              </a:rPr>
              <a:t>02 TX FSM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969" y="2253567"/>
            <a:ext cx="7773485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07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96983A9E-B5CA-AB61-4221-881DF98B222E}"/>
              </a:ext>
            </a:extLst>
          </p:cNvPr>
          <p:cNvSpPr/>
          <p:nvPr/>
        </p:nvSpPr>
        <p:spPr>
          <a:xfrm>
            <a:off x="192214" y="6225888"/>
            <a:ext cx="3014799" cy="376880"/>
          </a:xfrm>
          <a:custGeom>
            <a:avLst/>
            <a:gdLst>
              <a:gd name="connsiteX0" fmla="*/ 1460775 w 3014799"/>
              <a:gd name="connsiteY0" fmla="*/ 47 h 376880"/>
              <a:gd name="connsiteX1" fmla="*/ 1760812 w 3014799"/>
              <a:gd name="connsiteY1" fmla="*/ 14930 h 376880"/>
              <a:gd name="connsiteX2" fmla="*/ 2913337 w 3014799"/>
              <a:gd name="connsiteY2" fmla="*/ 300680 h 376880"/>
              <a:gd name="connsiteX3" fmla="*/ 2972543 w 3014799"/>
              <a:gd name="connsiteY3" fmla="*/ 340668 h 376880"/>
              <a:gd name="connsiteX4" fmla="*/ 3014799 w 3014799"/>
              <a:gd name="connsiteY4" fmla="*/ 376880 h 376880"/>
              <a:gd name="connsiteX5" fmla="*/ 160194 w 3014799"/>
              <a:gd name="connsiteY5" fmla="*/ 376880 h 376880"/>
              <a:gd name="connsiteX6" fmla="*/ 6991 w 3014799"/>
              <a:gd name="connsiteY6" fmla="*/ 275330 h 376880"/>
              <a:gd name="connsiteX7" fmla="*/ 0 w 3014799"/>
              <a:gd name="connsiteY7" fmla="*/ 240707 h 376880"/>
              <a:gd name="connsiteX8" fmla="*/ 46312 w 3014799"/>
              <a:gd name="connsiteY8" fmla="*/ 224480 h 376880"/>
              <a:gd name="connsiteX9" fmla="*/ 332062 w 3014799"/>
              <a:gd name="connsiteY9" fmla="*/ 253055 h 376880"/>
              <a:gd name="connsiteX10" fmla="*/ 646387 w 3014799"/>
              <a:gd name="connsiteY10" fmla="*/ 62555 h 376880"/>
              <a:gd name="connsiteX11" fmla="*/ 1460775 w 3014799"/>
              <a:gd name="connsiteY11" fmla="*/ 47 h 37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14799" h="376880">
                <a:moveTo>
                  <a:pt x="1460775" y="47"/>
                </a:moveTo>
                <a:cubicBezTo>
                  <a:pt x="1564359" y="543"/>
                  <a:pt x="1666356" y="5008"/>
                  <a:pt x="1760812" y="14930"/>
                </a:cubicBezTo>
                <a:cubicBezTo>
                  <a:pt x="2138637" y="54617"/>
                  <a:pt x="2753000" y="202255"/>
                  <a:pt x="2913337" y="300680"/>
                </a:cubicBezTo>
                <a:cubicBezTo>
                  <a:pt x="2933379" y="312983"/>
                  <a:pt x="2953570" y="326452"/>
                  <a:pt x="2972543" y="340668"/>
                </a:cubicBezTo>
                <a:lnTo>
                  <a:pt x="3014799" y="376880"/>
                </a:lnTo>
                <a:lnTo>
                  <a:pt x="160194" y="376880"/>
                </a:lnTo>
                <a:cubicBezTo>
                  <a:pt x="91323" y="376880"/>
                  <a:pt x="32232" y="335007"/>
                  <a:pt x="6991" y="275330"/>
                </a:cubicBezTo>
                <a:lnTo>
                  <a:pt x="0" y="240707"/>
                </a:lnTo>
                <a:lnTo>
                  <a:pt x="46312" y="224480"/>
                </a:lnTo>
                <a:cubicBezTo>
                  <a:pt x="136799" y="186380"/>
                  <a:pt x="232050" y="280042"/>
                  <a:pt x="332062" y="253055"/>
                </a:cubicBezTo>
                <a:cubicBezTo>
                  <a:pt x="432074" y="226068"/>
                  <a:pt x="408262" y="102243"/>
                  <a:pt x="646387" y="62555"/>
                </a:cubicBezTo>
                <a:cubicBezTo>
                  <a:pt x="824981" y="32789"/>
                  <a:pt x="1150022" y="-1441"/>
                  <a:pt x="1460775" y="47"/>
                </a:cubicBezTo>
                <a:close/>
              </a:path>
            </a:pathLst>
          </a:custGeom>
          <a:solidFill>
            <a:srgbClr val="B9D9D4">
              <a:alpha val="55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맑은 고딕" panose="020F0502020204030204"/>
                <a:ea typeface="Tmon몬소리 Black" panose="02000A03000000000000" pitchFamily="2" charset="-127"/>
              </a:rPr>
              <a:t>02 TX ASM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03" y="1281830"/>
            <a:ext cx="8304559" cy="507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2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Scenario - TX </a:t>
            </a:r>
            <a:endParaRPr lang="ko-KR" altLang="en-US" sz="1600" dirty="0">
              <a:solidFill>
                <a:schemeClr val="accent1"/>
              </a:solidFill>
            </a:endParaRPr>
          </a:p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449" y="2133970"/>
            <a:ext cx="5199411" cy="2531887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122212" y="2718957"/>
            <a:ext cx="2673856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첫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Scenario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Value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하나를 넣어서 제대로 전송이 되는지 테스트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Tx_start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Switch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형태로 가정하고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1 In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10 bit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만큼의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Delay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후 결과 확인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32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</a:t>
            </a:r>
            <a:r>
              <a:rPr lang="en-US" altLang="ko-KR" sz="16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- TX </a:t>
            </a:r>
            <a:endParaRPr lang="ko-KR" altLang="en-US" sz="1200" dirty="0">
              <a:solidFill>
                <a:schemeClr val="accent1"/>
              </a:solidFill>
            </a:endParaRPr>
          </a:p>
          <a:p>
            <a:pPr lvl="0" latinLnBrk="0">
              <a:defRPr/>
            </a:pP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117" name="그림 1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35" y="1218659"/>
            <a:ext cx="9137480" cy="4884202"/>
          </a:xfrm>
          <a:prstGeom prst="rect">
            <a:avLst/>
          </a:prstGeom>
        </p:spPr>
      </p:pic>
      <p:sp>
        <p:nvSpPr>
          <p:cNvPr id="118" name="모서리가 둥근 직사각형 117"/>
          <p:cNvSpPr/>
          <p:nvPr/>
        </p:nvSpPr>
        <p:spPr>
          <a:xfrm>
            <a:off x="5103568" y="1809881"/>
            <a:ext cx="2928937" cy="13873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209522" y="3126336"/>
            <a:ext cx="214576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Random_i_btn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Data 1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4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연속 들어왔을 때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o_btn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발생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634959" y="1809881"/>
            <a:ext cx="2366139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Tx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data = 8’h31 In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Data in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&amp; Busy Signal = 1</a:t>
            </a: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Bit </a:t>
            </a:r>
            <a:r>
              <a:rPr lang="en-US" altLang="ko-KR" sz="1100" b="1" dirty="0">
                <a:solidFill>
                  <a:srgbClr val="FF0000"/>
                </a:solidFill>
              </a:rPr>
              <a:t>Count</a:t>
            </a:r>
            <a:r>
              <a:rPr lang="ko-KR" altLang="en-US" sz="1100" b="1" dirty="0">
                <a:solidFill>
                  <a:srgbClr val="FF0000"/>
                </a:solidFill>
              </a:rPr>
              <a:t>가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증가 →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Shift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하며 이동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b_tick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맞춰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Out </a:t>
            </a:r>
            <a:r>
              <a:rPr lang="ko-KR" altLang="en-US" sz="1100" b="1" dirty="0">
                <a:solidFill>
                  <a:srgbClr val="FF0000"/>
                </a:solidFill>
              </a:rPr>
              <a:t>→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But 16 Sampling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하였으므로 예상과 같이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6.52us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2720873" y="1948618"/>
            <a:ext cx="6259166" cy="1513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3901185" y="5804096"/>
            <a:ext cx="513160" cy="1513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2720872" y="2469163"/>
            <a:ext cx="5634851" cy="3607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89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Scenario – TX </a:t>
            </a:r>
            <a:r>
              <a:rPr lang="en-US" altLang="ko-KR" sz="2000" i="1" kern="0" dirty="0" err="1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Verfication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002" y="1136809"/>
            <a:ext cx="4118857" cy="179561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45" y="1221228"/>
            <a:ext cx="4365499" cy="423411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17" y="4115583"/>
            <a:ext cx="4134542" cy="1294291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5116639" y="1194379"/>
            <a:ext cx="2098200" cy="4260966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UART TX DUT</a:t>
            </a:r>
            <a:endParaRPr lang="en-US" altLang="ko-KR" b="1" dirty="0">
              <a:solidFill>
                <a:srgbClr val="FF0000"/>
              </a:solidFill>
            </a:endParaRPr>
          </a:p>
          <a:p>
            <a:pPr algn="ctr"/>
            <a:endParaRPr lang="ko-KR" altLang="en-US" dirty="0"/>
          </a:p>
        </p:txBody>
      </p:sp>
      <p:sp>
        <p:nvSpPr>
          <p:cNvPr id="116" name="직사각형 115"/>
          <p:cNvSpPr/>
          <p:nvPr/>
        </p:nvSpPr>
        <p:spPr>
          <a:xfrm>
            <a:off x="7491214" y="3000796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CLK GEN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7491214" y="3575404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RESET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cxnSp>
        <p:nvCxnSpPr>
          <p:cNvPr id="15" name="직선 연결선 14"/>
          <p:cNvCxnSpPr>
            <a:stCxn id="8" idx="1"/>
          </p:cNvCxnSpPr>
          <p:nvPr/>
        </p:nvCxnSpPr>
        <p:spPr>
          <a:xfrm flipH="1">
            <a:off x="7214839" y="2034618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/>
          <p:cNvCxnSpPr/>
          <p:nvPr/>
        </p:nvCxnSpPr>
        <p:spPr>
          <a:xfrm flipH="1">
            <a:off x="4863476" y="3311605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/>
          <p:cNvCxnSpPr/>
          <p:nvPr/>
        </p:nvCxnSpPr>
        <p:spPr>
          <a:xfrm rot="16200000" flipH="1">
            <a:off x="2462459" y="5569645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/>
          <p:cNvSpPr/>
          <p:nvPr/>
        </p:nvSpPr>
        <p:spPr>
          <a:xfrm>
            <a:off x="521105" y="5712227"/>
            <a:ext cx="4274562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Message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988907" y="1221228"/>
            <a:ext cx="567227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smtClean="0">
                <a:solidFill>
                  <a:srgbClr val="FF0000"/>
                </a:solidFill>
              </a:rPr>
              <a:t>8’h41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5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for Task - </a:t>
            </a:r>
            <a:r>
              <a:rPr lang="en-US" altLang="ko-KR" sz="16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TX </a:t>
            </a:r>
            <a:r>
              <a:rPr lang="en-US" altLang="ko-KR" sz="1600" i="1" kern="0" dirty="0" err="1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Verfication</a:t>
            </a:r>
            <a:r>
              <a:rPr lang="en-US" altLang="ko-KR" sz="16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200" dirty="0">
              <a:solidFill>
                <a:schemeClr val="accent1"/>
              </a:solidFill>
            </a:endParaRPr>
          </a:p>
          <a:p>
            <a:pPr lvl="0" latinLnBrk="0">
              <a:defRPr/>
            </a:pP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04" y="1221228"/>
            <a:ext cx="11072720" cy="32729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500" y="4163311"/>
            <a:ext cx="6245324" cy="1620456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875843" y="4461132"/>
            <a:ext cx="2366139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Tx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High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→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Low Find  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Tx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= 1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이면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Fail Start bit, Bit Period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맞춰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Tx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In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>
                <a:solidFill>
                  <a:srgbClr val="FF0000"/>
                </a:solidFill>
              </a:rPr>
              <a:t>Bit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Period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보낸 후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Tx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= 0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이면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Fail Stop bit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err="1" smtClean="0">
                <a:solidFill>
                  <a:srgbClr val="FF0000"/>
                </a:solidFill>
              </a:rPr>
              <a:t>예상값과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받은값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비교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6812967" y="2873756"/>
            <a:ext cx="4540833" cy="87909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96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Scenario - TX 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Rev </a:t>
            </a:r>
            <a:r>
              <a:rPr lang="en-US" altLang="ko-KR" sz="2000" i="1" kern="0" dirty="0" err="1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Verfication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600" dirty="0">
              <a:solidFill>
                <a:schemeClr val="accent1"/>
              </a:solidFill>
            </a:endParaRPr>
          </a:p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851" y="743666"/>
            <a:ext cx="4104053" cy="270822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38" y="1148926"/>
            <a:ext cx="4106206" cy="4325357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010" y="4626489"/>
            <a:ext cx="4229690" cy="1448002"/>
          </a:xfrm>
          <a:prstGeom prst="rect">
            <a:avLst/>
          </a:prstGeom>
        </p:spPr>
      </p:pic>
      <p:sp>
        <p:nvSpPr>
          <p:cNvPr id="117" name="직사각형 116"/>
          <p:cNvSpPr/>
          <p:nvPr/>
        </p:nvSpPr>
        <p:spPr>
          <a:xfrm>
            <a:off x="5116639" y="1194379"/>
            <a:ext cx="2098200" cy="4260966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UART TX DUT</a:t>
            </a:r>
            <a:endParaRPr lang="en-US" altLang="ko-KR" b="1" dirty="0">
              <a:solidFill>
                <a:srgbClr val="FF0000"/>
              </a:solidFill>
            </a:endParaRPr>
          </a:p>
          <a:p>
            <a:pPr algn="ctr"/>
            <a:endParaRPr lang="ko-KR" altLang="en-US" dirty="0"/>
          </a:p>
        </p:txBody>
      </p:sp>
      <p:sp>
        <p:nvSpPr>
          <p:cNvPr id="118" name="직사각형 117"/>
          <p:cNvSpPr/>
          <p:nvPr/>
        </p:nvSpPr>
        <p:spPr>
          <a:xfrm>
            <a:off x="7491214" y="3543721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CLK GEN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491214" y="4118329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RESET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 flipH="1">
            <a:off x="7214839" y="2034618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4863476" y="3311605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 rot="16200000" flipH="1">
            <a:off x="2462459" y="5598220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769326" y="5740212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Message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444941" y="975801"/>
            <a:ext cx="1729309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Random Value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483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for Random Task </a:t>
            </a:r>
            <a:r>
              <a:rPr lang="en-US" altLang="ko-KR" sz="16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- TX Rev </a:t>
            </a:r>
            <a:r>
              <a:rPr lang="en-US" altLang="ko-KR" sz="1600" i="1" kern="0" dirty="0" err="1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Verfication</a:t>
            </a:r>
            <a:r>
              <a:rPr lang="en-US" altLang="ko-KR" sz="16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16" y="1265648"/>
            <a:ext cx="9614592" cy="37644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287" y="4412142"/>
            <a:ext cx="4334099" cy="1655054"/>
          </a:xfrm>
          <a:prstGeom prst="rect">
            <a:avLst/>
          </a:prstGeom>
        </p:spPr>
      </p:pic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908041" y="5047562"/>
            <a:ext cx="2366139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Flow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Simulation Task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와 동일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값만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Random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으로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10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30" name="모서리가 둥근 직사각형 129"/>
          <p:cNvSpPr/>
          <p:nvPr/>
        </p:nvSpPr>
        <p:spPr>
          <a:xfrm>
            <a:off x="1927302" y="2200275"/>
            <a:ext cx="8198006" cy="457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19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96983A9E-B5CA-AB61-4221-881DF98B222E}"/>
              </a:ext>
            </a:extLst>
          </p:cNvPr>
          <p:cNvSpPr/>
          <p:nvPr/>
        </p:nvSpPr>
        <p:spPr>
          <a:xfrm>
            <a:off x="192214" y="6225888"/>
            <a:ext cx="3014799" cy="376880"/>
          </a:xfrm>
          <a:custGeom>
            <a:avLst/>
            <a:gdLst>
              <a:gd name="connsiteX0" fmla="*/ 1460775 w 3014799"/>
              <a:gd name="connsiteY0" fmla="*/ 47 h 376880"/>
              <a:gd name="connsiteX1" fmla="*/ 1760812 w 3014799"/>
              <a:gd name="connsiteY1" fmla="*/ 14930 h 376880"/>
              <a:gd name="connsiteX2" fmla="*/ 2913337 w 3014799"/>
              <a:gd name="connsiteY2" fmla="*/ 300680 h 376880"/>
              <a:gd name="connsiteX3" fmla="*/ 2972543 w 3014799"/>
              <a:gd name="connsiteY3" fmla="*/ 340668 h 376880"/>
              <a:gd name="connsiteX4" fmla="*/ 3014799 w 3014799"/>
              <a:gd name="connsiteY4" fmla="*/ 376880 h 376880"/>
              <a:gd name="connsiteX5" fmla="*/ 160194 w 3014799"/>
              <a:gd name="connsiteY5" fmla="*/ 376880 h 376880"/>
              <a:gd name="connsiteX6" fmla="*/ 6991 w 3014799"/>
              <a:gd name="connsiteY6" fmla="*/ 275330 h 376880"/>
              <a:gd name="connsiteX7" fmla="*/ 0 w 3014799"/>
              <a:gd name="connsiteY7" fmla="*/ 240707 h 376880"/>
              <a:gd name="connsiteX8" fmla="*/ 46312 w 3014799"/>
              <a:gd name="connsiteY8" fmla="*/ 224480 h 376880"/>
              <a:gd name="connsiteX9" fmla="*/ 332062 w 3014799"/>
              <a:gd name="connsiteY9" fmla="*/ 253055 h 376880"/>
              <a:gd name="connsiteX10" fmla="*/ 646387 w 3014799"/>
              <a:gd name="connsiteY10" fmla="*/ 62555 h 376880"/>
              <a:gd name="connsiteX11" fmla="*/ 1460775 w 3014799"/>
              <a:gd name="connsiteY11" fmla="*/ 47 h 37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14799" h="376880">
                <a:moveTo>
                  <a:pt x="1460775" y="47"/>
                </a:moveTo>
                <a:cubicBezTo>
                  <a:pt x="1564359" y="543"/>
                  <a:pt x="1666356" y="5008"/>
                  <a:pt x="1760812" y="14930"/>
                </a:cubicBezTo>
                <a:cubicBezTo>
                  <a:pt x="2138637" y="54617"/>
                  <a:pt x="2753000" y="202255"/>
                  <a:pt x="2913337" y="300680"/>
                </a:cubicBezTo>
                <a:cubicBezTo>
                  <a:pt x="2933379" y="312983"/>
                  <a:pt x="2953570" y="326452"/>
                  <a:pt x="2972543" y="340668"/>
                </a:cubicBezTo>
                <a:lnTo>
                  <a:pt x="3014799" y="376880"/>
                </a:lnTo>
                <a:lnTo>
                  <a:pt x="160194" y="376880"/>
                </a:lnTo>
                <a:cubicBezTo>
                  <a:pt x="91323" y="376880"/>
                  <a:pt x="32232" y="335007"/>
                  <a:pt x="6991" y="275330"/>
                </a:cubicBezTo>
                <a:lnTo>
                  <a:pt x="0" y="240707"/>
                </a:lnTo>
                <a:lnTo>
                  <a:pt x="46312" y="224480"/>
                </a:lnTo>
                <a:cubicBezTo>
                  <a:pt x="136799" y="186380"/>
                  <a:pt x="232050" y="280042"/>
                  <a:pt x="332062" y="253055"/>
                </a:cubicBezTo>
                <a:cubicBezTo>
                  <a:pt x="432074" y="226068"/>
                  <a:pt x="408262" y="102243"/>
                  <a:pt x="646387" y="62555"/>
                </a:cubicBezTo>
                <a:cubicBezTo>
                  <a:pt x="824981" y="32789"/>
                  <a:pt x="1150022" y="-1441"/>
                  <a:pt x="1460775" y="47"/>
                </a:cubicBezTo>
                <a:close/>
              </a:path>
            </a:pathLst>
          </a:custGeom>
          <a:solidFill>
            <a:srgbClr val="B9D9D4">
              <a:alpha val="55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맑은 고딕" panose="020F0502020204030204"/>
                <a:ea typeface="Tmon몬소리 Black" panose="02000A03000000000000" pitchFamily="2" charset="-127"/>
              </a:rPr>
              <a:t>02 RX FSM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48" y="1961877"/>
            <a:ext cx="9451807" cy="334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64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96983A9E-B5CA-AB61-4221-881DF98B222E}"/>
              </a:ext>
            </a:extLst>
          </p:cNvPr>
          <p:cNvSpPr/>
          <p:nvPr/>
        </p:nvSpPr>
        <p:spPr>
          <a:xfrm>
            <a:off x="192214" y="6225888"/>
            <a:ext cx="3014799" cy="376880"/>
          </a:xfrm>
          <a:custGeom>
            <a:avLst/>
            <a:gdLst>
              <a:gd name="connsiteX0" fmla="*/ 1460775 w 3014799"/>
              <a:gd name="connsiteY0" fmla="*/ 47 h 376880"/>
              <a:gd name="connsiteX1" fmla="*/ 1760812 w 3014799"/>
              <a:gd name="connsiteY1" fmla="*/ 14930 h 376880"/>
              <a:gd name="connsiteX2" fmla="*/ 2913337 w 3014799"/>
              <a:gd name="connsiteY2" fmla="*/ 300680 h 376880"/>
              <a:gd name="connsiteX3" fmla="*/ 2972543 w 3014799"/>
              <a:gd name="connsiteY3" fmla="*/ 340668 h 376880"/>
              <a:gd name="connsiteX4" fmla="*/ 3014799 w 3014799"/>
              <a:gd name="connsiteY4" fmla="*/ 376880 h 376880"/>
              <a:gd name="connsiteX5" fmla="*/ 160194 w 3014799"/>
              <a:gd name="connsiteY5" fmla="*/ 376880 h 376880"/>
              <a:gd name="connsiteX6" fmla="*/ 6991 w 3014799"/>
              <a:gd name="connsiteY6" fmla="*/ 275330 h 376880"/>
              <a:gd name="connsiteX7" fmla="*/ 0 w 3014799"/>
              <a:gd name="connsiteY7" fmla="*/ 240707 h 376880"/>
              <a:gd name="connsiteX8" fmla="*/ 46312 w 3014799"/>
              <a:gd name="connsiteY8" fmla="*/ 224480 h 376880"/>
              <a:gd name="connsiteX9" fmla="*/ 332062 w 3014799"/>
              <a:gd name="connsiteY9" fmla="*/ 253055 h 376880"/>
              <a:gd name="connsiteX10" fmla="*/ 646387 w 3014799"/>
              <a:gd name="connsiteY10" fmla="*/ 62555 h 376880"/>
              <a:gd name="connsiteX11" fmla="*/ 1460775 w 3014799"/>
              <a:gd name="connsiteY11" fmla="*/ 47 h 37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14799" h="376880">
                <a:moveTo>
                  <a:pt x="1460775" y="47"/>
                </a:moveTo>
                <a:cubicBezTo>
                  <a:pt x="1564359" y="543"/>
                  <a:pt x="1666356" y="5008"/>
                  <a:pt x="1760812" y="14930"/>
                </a:cubicBezTo>
                <a:cubicBezTo>
                  <a:pt x="2138637" y="54617"/>
                  <a:pt x="2753000" y="202255"/>
                  <a:pt x="2913337" y="300680"/>
                </a:cubicBezTo>
                <a:cubicBezTo>
                  <a:pt x="2933379" y="312983"/>
                  <a:pt x="2953570" y="326452"/>
                  <a:pt x="2972543" y="340668"/>
                </a:cubicBezTo>
                <a:lnTo>
                  <a:pt x="3014799" y="376880"/>
                </a:lnTo>
                <a:lnTo>
                  <a:pt x="160194" y="376880"/>
                </a:lnTo>
                <a:cubicBezTo>
                  <a:pt x="91323" y="376880"/>
                  <a:pt x="32232" y="335007"/>
                  <a:pt x="6991" y="275330"/>
                </a:cubicBezTo>
                <a:lnTo>
                  <a:pt x="0" y="240707"/>
                </a:lnTo>
                <a:lnTo>
                  <a:pt x="46312" y="224480"/>
                </a:lnTo>
                <a:cubicBezTo>
                  <a:pt x="136799" y="186380"/>
                  <a:pt x="232050" y="280042"/>
                  <a:pt x="332062" y="253055"/>
                </a:cubicBezTo>
                <a:cubicBezTo>
                  <a:pt x="432074" y="226068"/>
                  <a:pt x="408262" y="102243"/>
                  <a:pt x="646387" y="62555"/>
                </a:cubicBezTo>
                <a:cubicBezTo>
                  <a:pt x="824981" y="32789"/>
                  <a:pt x="1150022" y="-1441"/>
                  <a:pt x="1460775" y="47"/>
                </a:cubicBezTo>
                <a:close/>
              </a:path>
            </a:pathLst>
          </a:custGeom>
          <a:solidFill>
            <a:srgbClr val="B9D9D4">
              <a:alpha val="55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맑은 고딕" panose="020F0502020204030204"/>
                <a:ea typeface="Tmon몬소리 Black" panose="02000A03000000000000" pitchFamily="2" charset="-127"/>
              </a:rPr>
              <a:t>02 RX ASM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19" y="1221382"/>
            <a:ext cx="7710245" cy="506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45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1FA39E9-B9D1-B387-D44A-1747B0FE1BD5}"/>
              </a:ext>
            </a:extLst>
          </p:cNvPr>
          <p:cNvSpPr txBox="1"/>
          <p:nvPr/>
        </p:nvSpPr>
        <p:spPr>
          <a:xfrm>
            <a:off x="6263058" y="1545146"/>
            <a:ext cx="5038853" cy="43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4"/>
              </a:lnSpc>
            </a:pPr>
            <a:r>
              <a:rPr lang="en-US" sz="2667" b="1" dirty="0" smtClean="0">
                <a:solidFill>
                  <a:srgbClr val="2B274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UART RX</a:t>
            </a:r>
            <a:endParaRPr lang="en-US" sz="2667" b="1" dirty="0">
              <a:solidFill>
                <a:srgbClr val="2B2740"/>
              </a:solidFill>
              <a:latin typeface="Nanum Square Ultra-Bold"/>
              <a:ea typeface="Nanum Square Ultra-Bold"/>
              <a:cs typeface="Nanum Square Ultra-Bold"/>
              <a:sym typeface="Nanum Square Ultra-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414B34-A1A9-258D-4A42-46E4357FBB9D}"/>
              </a:ext>
            </a:extLst>
          </p:cNvPr>
          <p:cNvSpPr txBox="1"/>
          <p:nvPr/>
        </p:nvSpPr>
        <p:spPr>
          <a:xfrm>
            <a:off x="6301701" y="2305022"/>
            <a:ext cx="5687099" cy="2968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067" b="1" dirty="0">
                <a:latin typeface="+mn-ea"/>
              </a:rPr>
              <a:t>▶ 회로 </a:t>
            </a:r>
            <a:r>
              <a:rPr lang="en-US" altLang="ko-KR" sz="1067" b="1" dirty="0">
                <a:latin typeface="+mn-ea"/>
              </a:rPr>
              <a:t>: </a:t>
            </a:r>
          </a:p>
          <a:p>
            <a:endParaRPr lang="en-US" altLang="ko-KR" sz="1067" b="1" dirty="0">
              <a:latin typeface="+mn-ea"/>
            </a:endParaRPr>
          </a:p>
          <a:p>
            <a:pPr marL="190510" indent="-190510">
              <a:buFontTx/>
              <a:buChar char="-"/>
            </a:pP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개의 상태</a:t>
            </a:r>
            <a:r>
              <a:rPr lang="en-US" altLang="ko-KR" sz="1200" dirty="0">
                <a:latin typeface="+mn-ea"/>
              </a:rPr>
              <a:t>(IDLE, START, DATA, STOP)</a:t>
            </a:r>
            <a:r>
              <a:rPr lang="ko-KR" altLang="en-US" sz="1200" dirty="0">
                <a:latin typeface="+mn-ea"/>
              </a:rPr>
              <a:t>를 갖는 </a:t>
            </a:r>
            <a:r>
              <a:rPr lang="en-US" altLang="ko-KR" sz="1200" dirty="0">
                <a:latin typeface="+mn-ea"/>
              </a:rPr>
              <a:t>FSM</a:t>
            </a:r>
          </a:p>
          <a:p>
            <a:pPr marL="190510" indent="-190510">
              <a:buFontTx/>
              <a:buChar char="-"/>
            </a:pPr>
            <a:endParaRPr lang="en-US" altLang="ko-KR" sz="1200" dirty="0">
              <a:latin typeface="+mn-ea"/>
            </a:endParaRPr>
          </a:p>
          <a:p>
            <a:pPr marL="190510" indent="-190510">
              <a:buFontTx/>
              <a:buChar char="-"/>
            </a:pPr>
            <a:r>
              <a:rPr lang="ko-KR" altLang="en-US" sz="1200" dirty="0">
                <a:latin typeface="+mn-ea"/>
              </a:rPr>
              <a:t>통신 속도보다 </a:t>
            </a:r>
            <a:r>
              <a:rPr lang="en-US" altLang="ko-KR" sz="1200" dirty="0">
                <a:latin typeface="+mn-ea"/>
              </a:rPr>
              <a:t>16</a:t>
            </a:r>
            <a:r>
              <a:rPr lang="ko-KR" altLang="en-US" sz="1200" dirty="0">
                <a:latin typeface="+mn-ea"/>
              </a:rPr>
              <a:t>배 빠른 </a:t>
            </a:r>
            <a:r>
              <a:rPr lang="en-US" altLang="ko-KR" sz="1200" dirty="0" err="1">
                <a:latin typeface="+mn-ea"/>
              </a:rPr>
              <a:t>b_tick</a:t>
            </a:r>
            <a:r>
              <a:rPr lang="ko-KR" altLang="en-US" sz="1200" dirty="0">
                <a:latin typeface="+mn-ea"/>
              </a:rPr>
              <a:t>을 사용하는 </a:t>
            </a:r>
            <a:r>
              <a:rPr lang="en-US" altLang="ko-KR" sz="1200" b="1" dirty="0">
                <a:latin typeface="+mn-ea"/>
              </a:rPr>
              <a:t>Oversampling </a:t>
            </a:r>
            <a:r>
              <a:rPr lang="ko-KR" altLang="en-US" sz="1200" b="1" dirty="0">
                <a:latin typeface="+mn-ea"/>
              </a:rPr>
              <a:t>타이머</a:t>
            </a:r>
            <a:r>
              <a:rPr lang="ko-KR" altLang="en-US" sz="1200" dirty="0">
                <a:latin typeface="+mn-ea"/>
              </a:rPr>
              <a:t>로 구성</a:t>
            </a:r>
            <a:endParaRPr lang="en-US" altLang="ko-KR" sz="1200" dirty="0">
              <a:latin typeface="+mn-ea"/>
            </a:endParaRPr>
          </a:p>
          <a:p>
            <a:pPr marL="190510" indent="-190510">
              <a:buFontTx/>
              <a:buChar char="-"/>
            </a:pPr>
            <a:endParaRPr lang="en-US" altLang="ko-KR" sz="1067" dirty="0">
              <a:solidFill>
                <a:srgbClr val="606060"/>
              </a:solidFill>
              <a:latin typeface="+mn-ea"/>
              <a:cs typeface="Nanum Square"/>
              <a:sym typeface="Nanum Square"/>
            </a:endParaRPr>
          </a:p>
          <a:p>
            <a:endParaRPr lang="en-US" altLang="ko-KR" sz="1067" b="1" dirty="0">
              <a:latin typeface="+mn-ea"/>
            </a:endParaRPr>
          </a:p>
          <a:p>
            <a:r>
              <a:rPr lang="ko-KR" altLang="en-US" sz="1067" b="1" dirty="0">
                <a:latin typeface="+mn-ea"/>
              </a:rPr>
              <a:t>▶ 동작 </a:t>
            </a:r>
            <a:r>
              <a:rPr lang="en-US" altLang="ko-KR" sz="1067" b="1" dirty="0">
                <a:latin typeface="+mn-ea"/>
              </a:rPr>
              <a:t>: </a:t>
            </a:r>
          </a:p>
          <a:p>
            <a:endParaRPr lang="ko-KR" altLang="ko-KR" sz="1200" dirty="0">
              <a:latin typeface="+mn-ea"/>
            </a:endParaRP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IDLE : Start Bit(</a:t>
            </a:r>
            <a:r>
              <a:rPr lang="en-US" altLang="ko-KR" sz="1200" kern="100" dirty="0" err="1">
                <a:latin typeface="+mn-ea"/>
                <a:cs typeface="Times New Roman" panose="02020603050405020304" pitchFamily="18" charset="0"/>
              </a:rPr>
              <a:t>rx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가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0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으로 떨어짐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를 감지</a:t>
            </a: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START : Start Bit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의 중앙까지 기다려 통신 시작을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+mn-ea"/>
                <a:cs typeface="Times New Roman" panose="02020603050405020304" pitchFamily="18" charset="0"/>
              </a:rPr>
              <a:t>결정</a:t>
            </a:r>
            <a:endParaRPr lang="ko-KR" altLang="ko-KR" sz="1200" kern="100" dirty="0">
              <a:latin typeface="+mn-ea"/>
              <a:cs typeface="Times New Roman" panose="02020603050405020304" pitchFamily="18" charset="0"/>
            </a:endParaRP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DATA : </a:t>
            </a:r>
            <a:r>
              <a:rPr lang="en-US" altLang="ko-KR" sz="1200" kern="100" dirty="0" err="1">
                <a:latin typeface="+mn-ea"/>
                <a:cs typeface="Times New Roman" panose="02020603050405020304" pitchFamily="18" charset="0"/>
              </a:rPr>
              <a:t>b_tick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타이머를 이용해 각 데이터 비트의 정중앙에서 값을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+mn-ea"/>
                <a:cs typeface="Times New Roman" panose="02020603050405020304" pitchFamily="18" charset="0"/>
              </a:rPr>
              <a:t>16</a:t>
            </a:r>
            <a:r>
              <a:rPr lang="ko-KR" altLang="ko-KR" sz="1200" kern="100" dirty="0" smtClean="0">
                <a:latin typeface="+mn-ea"/>
                <a:cs typeface="Times New Roman" panose="02020603050405020304" pitchFamily="18" charset="0"/>
              </a:rPr>
              <a:t>번 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샘플링하고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en-US" altLang="ko-KR" sz="1200" b="1" kern="100" dirty="0" err="1">
                <a:latin typeface="+mn-ea"/>
                <a:cs typeface="Times New Roman" panose="02020603050405020304" pitchFamily="18" charset="0"/>
              </a:rPr>
              <a:t>shift_register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ko-KR" sz="1200" kern="100" dirty="0" err="1">
                <a:latin typeface="+mn-ea"/>
                <a:cs typeface="Times New Roman" panose="02020603050405020304" pitchFamily="18" charset="0"/>
              </a:rPr>
              <a:t>rx_buf_reg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에 저장</a:t>
            </a: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STOP :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 통신 종료를 확인하고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en-US" altLang="ko-KR" sz="1200" b="1" kern="100" dirty="0" err="1">
                <a:latin typeface="+mn-ea"/>
                <a:cs typeface="Times New Roman" panose="02020603050405020304" pitchFamily="18" charset="0"/>
              </a:rPr>
              <a:t>rx_done</a:t>
            </a:r>
            <a:r>
              <a:rPr lang="en-US" altLang="ko-KR" sz="1200" b="1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>
                <a:latin typeface="+mn-ea"/>
                <a:cs typeface="Times New Roman" panose="02020603050405020304" pitchFamily="18" charset="0"/>
              </a:rPr>
              <a:t>펄스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를 한 클럭 동안 발생시</a:t>
            </a:r>
            <a:r>
              <a:rPr lang="ko-KR" altLang="en-US" sz="1200" kern="100" dirty="0">
                <a:latin typeface="+mn-ea"/>
                <a:cs typeface="Times New Roman" panose="02020603050405020304" pitchFamily="18" charset="0"/>
              </a:rPr>
              <a:t>킴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+mn-ea"/>
              <a:cs typeface="Times New Roman" panose="02020603050405020304" pitchFamily="18" charset="0"/>
            </a:endParaRPr>
          </a:p>
          <a:p>
            <a:endParaRPr lang="en-US" altLang="ko-KR" sz="1067" dirty="0">
              <a:solidFill>
                <a:srgbClr val="606060"/>
              </a:solidFill>
              <a:latin typeface="+mn-ea"/>
              <a:cs typeface="Nanum Square"/>
              <a:sym typeface="Nanum Square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3" y="91776"/>
            <a:ext cx="4122245" cy="142749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53" y="1585581"/>
            <a:ext cx="4122245" cy="520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28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96983A9E-B5CA-AB61-4221-881DF98B222E}"/>
              </a:ext>
            </a:extLst>
          </p:cNvPr>
          <p:cNvSpPr/>
          <p:nvPr/>
        </p:nvSpPr>
        <p:spPr>
          <a:xfrm>
            <a:off x="192214" y="6225888"/>
            <a:ext cx="3014799" cy="376880"/>
          </a:xfrm>
          <a:custGeom>
            <a:avLst/>
            <a:gdLst>
              <a:gd name="connsiteX0" fmla="*/ 1460775 w 3014799"/>
              <a:gd name="connsiteY0" fmla="*/ 47 h 376880"/>
              <a:gd name="connsiteX1" fmla="*/ 1760812 w 3014799"/>
              <a:gd name="connsiteY1" fmla="*/ 14930 h 376880"/>
              <a:gd name="connsiteX2" fmla="*/ 2913337 w 3014799"/>
              <a:gd name="connsiteY2" fmla="*/ 300680 h 376880"/>
              <a:gd name="connsiteX3" fmla="*/ 2972543 w 3014799"/>
              <a:gd name="connsiteY3" fmla="*/ 340668 h 376880"/>
              <a:gd name="connsiteX4" fmla="*/ 3014799 w 3014799"/>
              <a:gd name="connsiteY4" fmla="*/ 376880 h 376880"/>
              <a:gd name="connsiteX5" fmla="*/ 160194 w 3014799"/>
              <a:gd name="connsiteY5" fmla="*/ 376880 h 376880"/>
              <a:gd name="connsiteX6" fmla="*/ 6991 w 3014799"/>
              <a:gd name="connsiteY6" fmla="*/ 275330 h 376880"/>
              <a:gd name="connsiteX7" fmla="*/ 0 w 3014799"/>
              <a:gd name="connsiteY7" fmla="*/ 240707 h 376880"/>
              <a:gd name="connsiteX8" fmla="*/ 46312 w 3014799"/>
              <a:gd name="connsiteY8" fmla="*/ 224480 h 376880"/>
              <a:gd name="connsiteX9" fmla="*/ 332062 w 3014799"/>
              <a:gd name="connsiteY9" fmla="*/ 253055 h 376880"/>
              <a:gd name="connsiteX10" fmla="*/ 646387 w 3014799"/>
              <a:gd name="connsiteY10" fmla="*/ 62555 h 376880"/>
              <a:gd name="connsiteX11" fmla="*/ 1460775 w 3014799"/>
              <a:gd name="connsiteY11" fmla="*/ 47 h 37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14799" h="376880">
                <a:moveTo>
                  <a:pt x="1460775" y="47"/>
                </a:moveTo>
                <a:cubicBezTo>
                  <a:pt x="1564359" y="543"/>
                  <a:pt x="1666356" y="5008"/>
                  <a:pt x="1760812" y="14930"/>
                </a:cubicBezTo>
                <a:cubicBezTo>
                  <a:pt x="2138637" y="54617"/>
                  <a:pt x="2753000" y="202255"/>
                  <a:pt x="2913337" y="300680"/>
                </a:cubicBezTo>
                <a:cubicBezTo>
                  <a:pt x="2933379" y="312983"/>
                  <a:pt x="2953570" y="326452"/>
                  <a:pt x="2972543" y="340668"/>
                </a:cubicBezTo>
                <a:lnTo>
                  <a:pt x="3014799" y="376880"/>
                </a:lnTo>
                <a:lnTo>
                  <a:pt x="160194" y="376880"/>
                </a:lnTo>
                <a:cubicBezTo>
                  <a:pt x="91323" y="376880"/>
                  <a:pt x="32232" y="335007"/>
                  <a:pt x="6991" y="275330"/>
                </a:cubicBezTo>
                <a:lnTo>
                  <a:pt x="0" y="240707"/>
                </a:lnTo>
                <a:lnTo>
                  <a:pt x="46312" y="224480"/>
                </a:lnTo>
                <a:cubicBezTo>
                  <a:pt x="136799" y="186380"/>
                  <a:pt x="232050" y="280042"/>
                  <a:pt x="332062" y="253055"/>
                </a:cubicBezTo>
                <a:cubicBezTo>
                  <a:pt x="432074" y="226068"/>
                  <a:pt x="408262" y="102243"/>
                  <a:pt x="646387" y="62555"/>
                </a:cubicBezTo>
                <a:cubicBezTo>
                  <a:pt x="824981" y="32789"/>
                  <a:pt x="1150022" y="-1441"/>
                  <a:pt x="1460775" y="47"/>
                </a:cubicBezTo>
                <a:close/>
              </a:path>
            </a:pathLst>
          </a:custGeom>
          <a:solidFill>
            <a:srgbClr val="B9D9D4">
              <a:alpha val="55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맑은 고딕" panose="020F0502020204030204"/>
                <a:ea typeface="Tmon몬소리 Black" panose="02000A03000000000000" pitchFamily="2" charset="-127"/>
              </a:rPr>
              <a:t>02 RX FSM Revised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3" y="1958006"/>
            <a:ext cx="10781143" cy="370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4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96983A9E-B5CA-AB61-4221-881DF98B222E}"/>
              </a:ext>
            </a:extLst>
          </p:cNvPr>
          <p:cNvSpPr/>
          <p:nvPr/>
        </p:nvSpPr>
        <p:spPr>
          <a:xfrm>
            <a:off x="192214" y="6225888"/>
            <a:ext cx="3014799" cy="376880"/>
          </a:xfrm>
          <a:custGeom>
            <a:avLst/>
            <a:gdLst>
              <a:gd name="connsiteX0" fmla="*/ 1460775 w 3014799"/>
              <a:gd name="connsiteY0" fmla="*/ 47 h 376880"/>
              <a:gd name="connsiteX1" fmla="*/ 1760812 w 3014799"/>
              <a:gd name="connsiteY1" fmla="*/ 14930 h 376880"/>
              <a:gd name="connsiteX2" fmla="*/ 2913337 w 3014799"/>
              <a:gd name="connsiteY2" fmla="*/ 300680 h 376880"/>
              <a:gd name="connsiteX3" fmla="*/ 2972543 w 3014799"/>
              <a:gd name="connsiteY3" fmla="*/ 340668 h 376880"/>
              <a:gd name="connsiteX4" fmla="*/ 3014799 w 3014799"/>
              <a:gd name="connsiteY4" fmla="*/ 376880 h 376880"/>
              <a:gd name="connsiteX5" fmla="*/ 160194 w 3014799"/>
              <a:gd name="connsiteY5" fmla="*/ 376880 h 376880"/>
              <a:gd name="connsiteX6" fmla="*/ 6991 w 3014799"/>
              <a:gd name="connsiteY6" fmla="*/ 275330 h 376880"/>
              <a:gd name="connsiteX7" fmla="*/ 0 w 3014799"/>
              <a:gd name="connsiteY7" fmla="*/ 240707 h 376880"/>
              <a:gd name="connsiteX8" fmla="*/ 46312 w 3014799"/>
              <a:gd name="connsiteY8" fmla="*/ 224480 h 376880"/>
              <a:gd name="connsiteX9" fmla="*/ 332062 w 3014799"/>
              <a:gd name="connsiteY9" fmla="*/ 253055 h 376880"/>
              <a:gd name="connsiteX10" fmla="*/ 646387 w 3014799"/>
              <a:gd name="connsiteY10" fmla="*/ 62555 h 376880"/>
              <a:gd name="connsiteX11" fmla="*/ 1460775 w 3014799"/>
              <a:gd name="connsiteY11" fmla="*/ 47 h 37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14799" h="376880">
                <a:moveTo>
                  <a:pt x="1460775" y="47"/>
                </a:moveTo>
                <a:cubicBezTo>
                  <a:pt x="1564359" y="543"/>
                  <a:pt x="1666356" y="5008"/>
                  <a:pt x="1760812" y="14930"/>
                </a:cubicBezTo>
                <a:cubicBezTo>
                  <a:pt x="2138637" y="54617"/>
                  <a:pt x="2753000" y="202255"/>
                  <a:pt x="2913337" y="300680"/>
                </a:cubicBezTo>
                <a:cubicBezTo>
                  <a:pt x="2933379" y="312983"/>
                  <a:pt x="2953570" y="326452"/>
                  <a:pt x="2972543" y="340668"/>
                </a:cubicBezTo>
                <a:lnTo>
                  <a:pt x="3014799" y="376880"/>
                </a:lnTo>
                <a:lnTo>
                  <a:pt x="160194" y="376880"/>
                </a:lnTo>
                <a:cubicBezTo>
                  <a:pt x="91323" y="376880"/>
                  <a:pt x="32232" y="335007"/>
                  <a:pt x="6991" y="275330"/>
                </a:cubicBezTo>
                <a:lnTo>
                  <a:pt x="0" y="240707"/>
                </a:lnTo>
                <a:lnTo>
                  <a:pt x="46312" y="224480"/>
                </a:lnTo>
                <a:cubicBezTo>
                  <a:pt x="136799" y="186380"/>
                  <a:pt x="232050" y="280042"/>
                  <a:pt x="332062" y="253055"/>
                </a:cubicBezTo>
                <a:cubicBezTo>
                  <a:pt x="432074" y="226068"/>
                  <a:pt x="408262" y="102243"/>
                  <a:pt x="646387" y="62555"/>
                </a:cubicBezTo>
                <a:cubicBezTo>
                  <a:pt x="824981" y="32789"/>
                  <a:pt x="1150022" y="-1441"/>
                  <a:pt x="1460775" y="47"/>
                </a:cubicBezTo>
                <a:close/>
              </a:path>
            </a:pathLst>
          </a:custGeom>
          <a:solidFill>
            <a:srgbClr val="B9D9D4">
              <a:alpha val="55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맑은 고딕" panose="020F0502020204030204"/>
                <a:ea typeface="Tmon몬소리 Black" panose="02000A03000000000000" pitchFamily="2" charset="-127"/>
              </a:rPr>
              <a:t>02 RX ASM 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Revised</a:t>
            </a:r>
            <a:endParaRPr lang="ko-KR" altLang="en-US" sz="2000" dirty="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786" y="1194379"/>
            <a:ext cx="7074118" cy="514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5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1FA39E9-B9D1-B387-D44A-1747B0FE1BD5}"/>
              </a:ext>
            </a:extLst>
          </p:cNvPr>
          <p:cNvSpPr txBox="1"/>
          <p:nvPr/>
        </p:nvSpPr>
        <p:spPr>
          <a:xfrm>
            <a:off x="6263058" y="1545146"/>
            <a:ext cx="5038853" cy="430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4"/>
              </a:lnSpc>
            </a:pPr>
            <a:r>
              <a:rPr lang="en-US" sz="2667" b="1" dirty="0" smtClean="0">
                <a:solidFill>
                  <a:srgbClr val="2B274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UART RX Revised</a:t>
            </a:r>
            <a:endParaRPr lang="en-US" sz="2667" b="1" dirty="0">
              <a:solidFill>
                <a:srgbClr val="2B2740"/>
              </a:solidFill>
              <a:latin typeface="Nanum Square Ultra-Bold"/>
              <a:ea typeface="Nanum Square Ultra-Bold"/>
              <a:cs typeface="Nanum Square Ultra-Bold"/>
              <a:sym typeface="Nanum Square Ultra-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414B34-A1A9-258D-4A42-46E4357FBB9D}"/>
              </a:ext>
            </a:extLst>
          </p:cNvPr>
          <p:cNvSpPr txBox="1"/>
          <p:nvPr/>
        </p:nvSpPr>
        <p:spPr>
          <a:xfrm>
            <a:off x="6301701" y="2305022"/>
            <a:ext cx="5687099" cy="2968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ko-KR" altLang="en-US" sz="1067" b="1" dirty="0">
                <a:latin typeface="+mn-ea"/>
              </a:rPr>
              <a:t>▶ 회로 </a:t>
            </a:r>
            <a:r>
              <a:rPr lang="en-US" altLang="ko-KR" sz="1067" b="1" dirty="0">
                <a:latin typeface="+mn-ea"/>
              </a:rPr>
              <a:t>: </a:t>
            </a:r>
          </a:p>
          <a:p>
            <a:endParaRPr lang="en-US" altLang="ko-KR" sz="1067" b="1" dirty="0">
              <a:latin typeface="+mn-ea"/>
            </a:endParaRPr>
          </a:p>
          <a:p>
            <a:pPr marL="190510" indent="-190510">
              <a:buFontTx/>
              <a:buChar char="-"/>
            </a:pP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개의 상태</a:t>
            </a:r>
            <a:r>
              <a:rPr lang="en-US" altLang="ko-KR" sz="1200" dirty="0">
                <a:latin typeface="+mn-ea"/>
              </a:rPr>
              <a:t>(IDLE, START, DATA, STOP)</a:t>
            </a:r>
            <a:r>
              <a:rPr lang="ko-KR" altLang="en-US" sz="1200" dirty="0">
                <a:latin typeface="+mn-ea"/>
              </a:rPr>
              <a:t>를 갖는 </a:t>
            </a:r>
            <a:r>
              <a:rPr lang="en-US" altLang="ko-KR" sz="1200" dirty="0">
                <a:latin typeface="+mn-ea"/>
              </a:rPr>
              <a:t>FSM</a:t>
            </a:r>
          </a:p>
          <a:p>
            <a:pPr marL="190510" indent="-190510">
              <a:buFontTx/>
              <a:buChar char="-"/>
            </a:pPr>
            <a:endParaRPr lang="en-US" altLang="ko-KR" sz="1200" dirty="0">
              <a:latin typeface="+mn-ea"/>
            </a:endParaRPr>
          </a:p>
          <a:p>
            <a:pPr marL="190510" indent="-190510">
              <a:buFontTx/>
              <a:buChar char="-"/>
            </a:pPr>
            <a:r>
              <a:rPr lang="ko-KR" altLang="en-US" sz="1200" dirty="0">
                <a:latin typeface="+mn-ea"/>
              </a:rPr>
              <a:t>통신 속도보다 </a:t>
            </a:r>
            <a:r>
              <a:rPr lang="en-US" altLang="ko-KR" sz="1200" dirty="0">
                <a:latin typeface="+mn-ea"/>
              </a:rPr>
              <a:t>16</a:t>
            </a:r>
            <a:r>
              <a:rPr lang="ko-KR" altLang="en-US" sz="1200" dirty="0">
                <a:latin typeface="+mn-ea"/>
              </a:rPr>
              <a:t>배 빠른 </a:t>
            </a:r>
            <a:r>
              <a:rPr lang="en-US" altLang="ko-KR" sz="1200" dirty="0" err="1">
                <a:latin typeface="+mn-ea"/>
              </a:rPr>
              <a:t>b_tick</a:t>
            </a:r>
            <a:r>
              <a:rPr lang="ko-KR" altLang="en-US" sz="1200" dirty="0">
                <a:latin typeface="+mn-ea"/>
              </a:rPr>
              <a:t>을 사용하는 </a:t>
            </a:r>
            <a:r>
              <a:rPr lang="en-US" altLang="ko-KR" sz="1200" b="1" dirty="0">
                <a:latin typeface="+mn-ea"/>
              </a:rPr>
              <a:t>Oversampling </a:t>
            </a:r>
            <a:r>
              <a:rPr lang="ko-KR" altLang="en-US" sz="1200" b="1" dirty="0">
                <a:latin typeface="+mn-ea"/>
              </a:rPr>
              <a:t>타이머</a:t>
            </a:r>
            <a:r>
              <a:rPr lang="ko-KR" altLang="en-US" sz="1200" dirty="0">
                <a:latin typeface="+mn-ea"/>
              </a:rPr>
              <a:t>로 구성</a:t>
            </a:r>
            <a:endParaRPr lang="en-US" altLang="ko-KR" sz="1200" dirty="0">
              <a:latin typeface="+mn-ea"/>
            </a:endParaRPr>
          </a:p>
          <a:p>
            <a:pPr marL="190510" indent="-190510">
              <a:buFontTx/>
              <a:buChar char="-"/>
            </a:pPr>
            <a:endParaRPr lang="en-US" altLang="ko-KR" sz="1067" dirty="0">
              <a:solidFill>
                <a:srgbClr val="606060"/>
              </a:solidFill>
              <a:latin typeface="+mn-ea"/>
              <a:cs typeface="Nanum Square"/>
              <a:sym typeface="Nanum Square"/>
            </a:endParaRPr>
          </a:p>
          <a:p>
            <a:endParaRPr lang="en-US" altLang="ko-KR" sz="1067" b="1" dirty="0">
              <a:latin typeface="+mn-ea"/>
            </a:endParaRPr>
          </a:p>
          <a:p>
            <a:r>
              <a:rPr lang="ko-KR" altLang="en-US" sz="1067" b="1" dirty="0">
                <a:latin typeface="+mn-ea"/>
              </a:rPr>
              <a:t>▶ 동작 </a:t>
            </a:r>
            <a:r>
              <a:rPr lang="en-US" altLang="ko-KR" sz="1067" b="1" dirty="0">
                <a:latin typeface="+mn-ea"/>
              </a:rPr>
              <a:t>: </a:t>
            </a:r>
          </a:p>
          <a:p>
            <a:endParaRPr lang="ko-KR" altLang="ko-KR" sz="1200" dirty="0">
              <a:latin typeface="+mn-ea"/>
            </a:endParaRP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IDLE : Start Bit(</a:t>
            </a:r>
            <a:r>
              <a:rPr lang="en-US" altLang="ko-KR" sz="1200" kern="100" dirty="0" err="1">
                <a:latin typeface="+mn-ea"/>
                <a:cs typeface="Times New Roman" panose="02020603050405020304" pitchFamily="18" charset="0"/>
              </a:rPr>
              <a:t>rx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가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0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으로 떨어짐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를 감지</a:t>
            </a: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START : Start Bit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의 중앙까지 기다려 통신 시작을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en-US" sz="1200" kern="100" dirty="0">
                <a:latin typeface="+mn-ea"/>
                <a:cs typeface="Times New Roman" panose="02020603050405020304" pitchFamily="18" charset="0"/>
              </a:rPr>
              <a:t>결정</a:t>
            </a:r>
            <a:endParaRPr lang="ko-KR" altLang="ko-KR" sz="1200" kern="100" dirty="0">
              <a:latin typeface="+mn-ea"/>
              <a:cs typeface="Times New Roman" panose="02020603050405020304" pitchFamily="18" charset="0"/>
            </a:endParaRP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DATA : </a:t>
            </a:r>
            <a:r>
              <a:rPr lang="en-US" altLang="ko-KR" sz="1200" kern="100" dirty="0" err="1">
                <a:latin typeface="+mn-ea"/>
                <a:cs typeface="Times New Roman" panose="02020603050405020304" pitchFamily="18" charset="0"/>
              </a:rPr>
              <a:t>b_tick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타이머를 이용해 각 데이터 비트의 정중앙에서 값을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200" kern="100" dirty="0" smtClean="0">
                <a:latin typeface="+mn-ea"/>
                <a:cs typeface="Times New Roman" panose="02020603050405020304" pitchFamily="18" charset="0"/>
              </a:rPr>
              <a:t>16</a:t>
            </a:r>
            <a:r>
              <a:rPr lang="ko-KR" altLang="ko-KR" sz="1200" kern="100" dirty="0" smtClean="0">
                <a:latin typeface="+mn-ea"/>
                <a:cs typeface="Times New Roman" panose="02020603050405020304" pitchFamily="18" charset="0"/>
              </a:rPr>
              <a:t>번 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샘플링하고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en-US" altLang="ko-KR" sz="1200" b="1" kern="100" dirty="0" err="1">
                <a:latin typeface="+mn-ea"/>
                <a:cs typeface="Times New Roman" panose="02020603050405020304" pitchFamily="18" charset="0"/>
              </a:rPr>
              <a:t>shift_register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en-US" altLang="ko-KR" sz="1200" kern="100" dirty="0" err="1">
                <a:latin typeface="+mn-ea"/>
                <a:cs typeface="Times New Roman" panose="02020603050405020304" pitchFamily="18" charset="0"/>
              </a:rPr>
              <a:t>rx_buf_reg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)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에 저장</a:t>
            </a:r>
          </a:p>
          <a:p>
            <a:pPr marL="495325" lvl="1" indent="-190510" algn="just">
              <a:lnSpc>
                <a:spcPct val="107000"/>
              </a:lnSpc>
              <a:spcAft>
                <a:spcPts val="533"/>
              </a:spcAft>
              <a:buFont typeface="+mj-lt"/>
              <a:buAutoNum type="arabicPeriod"/>
              <a:tabLst>
                <a:tab pos="609630" algn="l"/>
              </a:tabLst>
            </a:pP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STOP :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 통신 종료를 확인하고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, </a:t>
            </a:r>
            <a:r>
              <a:rPr lang="en-US" altLang="ko-KR" sz="1200" b="1" kern="100" dirty="0" err="1">
                <a:latin typeface="+mn-ea"/>
                <a:cs typeface="Times New Roman" panose="02020603050405020304" pitchFamily="18" charset="0"/>
              </a:rPr>
              <a:t>rx_done</a:t>
            </a:r>
            <a:r>
              <a:rPr lang="en-US" altLang="ko-KR" sz="1200" b="1" kern="100" dirty="0">
                <a:latin typeface="+mn-ea"/>
                <a:cs typeface="Times New Roman" panose="02020603050405020304" pitchFamily="18" charset="0"/>
              </a:rPr>
              <a:t> </a:t>
            </a:r>
            <a:r>
              <a:rPr lang="ko-KR" altLang="ko-KR" sz="1200" b="1" kern="100" dirty="0">
                <a:latin typeface="+mn-ea"/>
                <a:cs typeface="Times New Roman" panose="02020603050405020304" pitchFamily="18" charset="0"/>
              </a:rPr>
              <a:t>펄스</a:t>
            </a:r>
            <a:r>
              <a:rPr lang="ko-KR" altLang="ko-KR" sz="1200" kern="100" dirty="0">
                <a:latin typeface="+mn-ea"/>
                <a:cs typeface="Times New Roman" panose="02020603050405020304" pitchFamily="18" charset="0"/>
              </a:rPr>
              <a:t>를 한 클럭 동안 발생시</a:t>
            </a:r>
            <a:r>
              <a:rPr lang="ko-KR" altLang="en-US" sz="1200" kern="100" dirty="0">
                <a:latin typeface="+mn-ea"/>
                <a:cs typeface="Times New Roman" panose="02020603050405020304" pitchFamily="18" charset="0"/>
              </a:rPr>
              <a:t>킴</a:t>
            </a:r>
            <a:r>
              <a:rPr lang="en-US" altLang="ko-KR" sz="1200" kern="100" dirty="0">
                <a:latin typeface="+mn-ea"/>
                <a:cs typeface="Times New Roman" panose="02020603050405020304" pitchFamily="18" charset="0"/>
              </a:rPr>
              <a:t>.</a:t>
            </a:r>
            <a:endParaRPr lang="ko-KR" altLang="ko-KR" sz="1200" kern="100" dirty="0">
              <a:latin typeface="+mn-ea"/>
              <a:cs typeface="Times New Roman" panose="02020603050405020304" pitchFamily="18" charset="0"/>
            </a:endParaRPr>
          </a:p>
          <a:p>
            <a:endParaRPr lang="en-US" altLang="ko-KR" sz="1067" dirty="0">
              <a:solidFill>
                <a:srgbClr val="606060"/>
              </a:solidFill>
              <a:latin typeface="+mn-ea"/>
              <a:cs typeface="Nanum Square"/>
              <a:sym typeface="Nanum Square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53" y="1450734"/>
            <a:ext cx="4061862" cy="528042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053" y="142343"/>
            <a:ext cx="4061862" cy="120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6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Scenario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693712" y="4414320"/>
            <a:ext cx="4533685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BAUD_RATE, CLOCK_PERIOD_NS, BIT_PER_CLOCK, BIT_PERIOD Setting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Tx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임의로 만들어서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1</a:t>
            </a:r>
            <a:r>
              <a:rPr lang="en-US" altLang="ko-KR" sz="1100" b="1" baseline="30000" dirty="0" smtClean="0">
                <a:solidFill>
                  <a:srgbClr val="FF0000"/>
                </a:solidFill>
              </a:rPr>
              <a:t>st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Rx Data = 0, 2</a:t>
            </a:r>
            <a:r>
              <a:rPr lang="en-US" altLang="ko-KR" sz="1100" b="1" baseline="30000" dirty="0" smtClean="0">
                <a:solidFill>
                  <a:srgbClr val="FF0000"/>
                </a:solidFill>
              </a:rPr>
              <a:t>nd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~ 9</a:t>
            </a:r>
            <a:r>
              <a:rPr lang="en-US" altLang="ko-KR" sz="1100" b="1" baseline="30000" dirty="0" smtClean="0">
                <a:solidFill>
                  <a:srgbClr val="FF0000"/>
                </a:solidFill>
              </a:rPr>
              <a:t>th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Rx Data = Send data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그대로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Bit_Period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보낸 후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10</a:t>
            </a:r>
            <a:r>
              <a:rPr lang="en-US" altLang="ko-KR" sz="1100" b="1" baseline="30000" dirty="0" smtClean="0">
                <a:solidFill>
                  <a:srgbClr val="FF0000"/>
                </a:solidFill>
              </a:rPr>
              <a:t>th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Rx Data = 1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>
                <a:solidFill>
                  <a:srgbClr val="FF0000"/>
                </a:solidFill>
              </a:rPr>
              <a:t>Bit_Period</a:t>
            </a:r>
            <a:r>
              <a:rPr lang="ko-KR" altLang="en-US" sz="1100" b="1" dirty="0">
                <a:solidFill>
                  <a:srgbClr val="FF0000"/>
                </a:solidFill>
              </a:rPr>
              <a:t>를 보낸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후 추가로 조금 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Rest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39" y="2424518"/>
            <a:ext cx="4265842" cy="252569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732" y="1359282"/>
            <a:ext cx="4872169" cy="301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9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11568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- RX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23" y="1221227"/>
            <a:ext cx="11065213" cy="3738961"/>
          </a:xfrm>
          <a:prstGeom prst="rect">
            <a:avLst/>
          </a:prstGeom>
        </p:spPr>
      </p:pic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195906" y="4960188"/>
            <a:ext cx="236613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Bit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cnt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증가하면서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Data_buf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Shift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되며 최종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8’h31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27" name="모서리가 둥근 직사각형 126"/>
          <p:cNvSpPr/>
          <p:nvPr/>
        </p:nvSpPr>
        <p:spPr>
          <a:xfrm>
            <a:off x="528923" y="4198977"/>
            <a:ext cx="11065213" cy="2342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528922" y="4507655"/>
            <a:ext cx="11065213" cy="2342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30" name="모서리가 둥근 직사각형 129"/>
          <p:cNvSpPr/>
          <p:nvPr/>
        </p:nvSpPr>
        <p:spPr>
          <a:xfrm>
            <a:off x="500814" y="2190782"/>
            <a:ext cx="11065213" cy="2342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10284223" y="1882104"/>
            <a:ext cx="1309911" cy="2342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91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11568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- RX Revised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148530" y="4485077"/>
            <a:ext cx="2647538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 smtClean="0">
                <a:solidFill>
                  <a:srgbClr val="FF0000"/>
                </a:solidFill>
              </a:rPr>
              <a:t>기존과 똑같이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Bit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cnt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증가하면서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Data_buf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Shift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되며 최종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8’h31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82" y="1230338"/>
            <a:ext cx="11243749" cy="3222089"/>
          </a:xfrm>
          <a:prstGeom prst="rect">
            <a:avLst/>
          </a:prstGeom>
        </p:spPr>
      </p:pic>
      <p:sp>
        <p:nvSpPr>
          <p:cNvPr id="117" name="모서리가 둥근 직사각형 116"/>
          <p:cNvSpPr/>
          <p:nvPr/>
        </p:nvSpPr>
        <p:spPr>
          <a:xfrm>
            <a:off x="500814" y="3903806"/>
            <a:ext cx="11065213" cy="2342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44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Scenario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122" name="직선 연결선 121"/>
          <p:cNvCxnSpPr/>
          <p:nvPr/>
        </p:nvCxnSpPr>
        <p:spPr>
          <a:xfrm flipH="1">
            <a:off x="4863476" y="3311605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53" y="1381243"/>
            <a:ext cx="4900094" cy="4517163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122212" y="2718957"/>
            <a:ext cx="2673856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첫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Scenario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Value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하나를 넣어서 제대로 전송이 되는지 테스트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Tx_start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Switch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형태로 가정하고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1 In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10 bit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만큼의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Delay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후 결과 확인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32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Scenario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010" y="4626489"/>
            <a:ext cx="4229690" cy="1448002"/>
          </a:xfrm>
          <a:prstGeom prst="rect">
            <a:avLst/>
          </a:prstGeom>
        </p:spPr>
      </p:pic>
      <p:sp>
        <p:nvSpPr>
          <p:cNvPr id="117" name="직사각형 116"/>
          <p:cNvSpPr/>
          <p:nvPr/>
        </p:nvSpPr>
        <p:spPr>
          <a:xfrm>
            <a:off x="5116639" y="1194379"/>
            <a:ext cx="2098200" cy="4260966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UART TX DUT</a:t>
            </a:r>
            <a:endParaRPr lang="en-US" altLang="ko-KR" b="1" dirty="0">
              <a:solidFill>
                <a:srgbClr val="FF0000"/>
              </a:solidFill>
            </a:endParaRPr>
          </a:p>
          <a:p>
            <a:pPr algn="ctr"/>
            <a:endParaRPr lang="ko-KR" altLang="en-US" dirty="0"/>
          </a:p>
        </p:txBody>
      </p:sp>
      <p:sp>
        <p:nvSpPr>
          <p:cNvPr id="118" name="직사각형 117"/>
          <p:cNvSpPr/>
          <p:nvPr/>
        </p:nvSpPr>
        <p:spPr>
          <a:xfrm>
            <a:off x="7491214" y="3543721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CLK GEN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491214" y="4118329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RESET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 flipH="1">
            <a:off x="7214839" y="2034618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4863476" y="3311605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 rot="16200000" flipH="1">
            <a:off x="2462459" y="4934619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769326" y="5076611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Message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001" y="1118298"/>
            <a:ext cx="4095643" cy="2259665"/>
          </a:xfrm>
          <a:prstGeom prst="rect">
            <a:avLst/>
          </a:prstGeom>
        </p:spPr>
      </p:pic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931413" y="1728413"/>
            <a:ext cx="1729309" cy="346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Random Value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19" y="1164377"/>
            <a:ext cx="4101765" cy="37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1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11568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946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– 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RX </a:t>
            </a: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Revised(</a:t>
            </a:r>
            <a:r>
              <a:rPr lang="en-US" altLang="ko-KR" sz="2000" i="1" kern="0" dirty="0" err="1" smtClean="0">
                <a:ln w="9525">
                  <a:noFill/>
                </a:ln>
                <a:solidFill>
                  <a:schemeClr val="accent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Continous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data)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40" y="1175683"/>
            <a:ext cx="11155299" cy="3422196"/>
          </a:xfrm>
          <a:prstGeom prst="rect">
            <a:avLst/>
          </a:prstGeom>
        </p:spPr>
      </p:pic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6980749" y="4611611"/>
            <a:ext cx="387207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1. Rx 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Count 8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한 후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최종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생성되고 그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RX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Out &amp; Expected 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Out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2. Rx 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Out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되어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Receive 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저장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3.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비교시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똑같은 것을 확인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536382" y="1871624"/>
            <a:ext cx="11065213" cy="2342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8490" y="4008099"/>
            <a:ext cx="11065213" cy="4892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18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6" y="794269"/>
            <a:ext cx="7007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01 Block diagram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84" y="1194379"/>
            <a:ext cx="6559930" cy="516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43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6" y="794269"/>
            <a:ext cx="7007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02 Schematic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005" y="1844111"/>
            <a:ext cx="9107171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55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6" y="794269"/>
            <a:ext cx="7007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Scenario – UART Loop(</a:t>
            </a:r>
            <a:r>
              <a:rPr lang="en-US" altLang="ko-KR" sz="2000" i="1" kern="0" dirty="0" err="1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Continous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data)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122" name="직선 연결선 121"/>
          <p:cNvCxnSpPr/>
          <p:nvPr/>
        </p:nvCxnSpPr>
        <p:spPr>
          <a:xfrm flipH="1">
            <a:off x="4863476" y="3311605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122212" y="2718957"/>
            <a:ext cx="2673856" cy="13619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첫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Scenario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Value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하나를 넣어서 제대로 전송이 되는지 테스트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8’h31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10 bit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전송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그 후 랜덤으로 생성해서 비트를 전송하고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Pass / Fail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판단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678" y="1359282"/>
            <a:ext cx="5456493" cy="468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51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C109131-D6E3-317C-F7F1-FF2AEC6C0916}"/>
              </a:ext>
            </a:extLst>
          </p:cNvPr>
          <p:cNvSpPr/>
          <p:nvPr/>
        </p:nvSpPr>
        <p:spPr>
          <a:xfrm>
            <a:off x="225554" y="486869"/>
            <a:ext cx="11808000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AE27E99-DAC1-D632-EAFE-67B63DCAD797}"/>
              </a:ext>
            </a:extLst>
          </p:cNvPr>
          <p:cNvSpPr/>
          <p:nvPr/>
        </p:nvSpPr>
        <p:spPr>
          <a:xfrm>
            <a:off x="163640" y="372569"/>
            <a:ext cx="11739563" cy="6248400"/>
          </a:xfrm>
          <a:prstGeom prst="roundRect">
            <a:avLst>
              <a:gd name="adj" fmla="val 2661"/>
            </a:avLst>
          </a:pr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사각형: 둥근 모서리 1">
            <a:extLst>
              <a:ext uri="{FF2B5EF4-FFF2-40B4-BE49-F238E27FC236}">
                <a16:creationId xmlns:a16="http://schemas.microsoft.com/office/drawing/2014/main" id="{4316918E-E45C-7D7F-FA00-5EA376BB1819}"/>
              </a:ext>
            </a:extLst>
          </p:cNvPr>
          <p:cNvSpPr/>
          <p:nvPr/>
        </p:nvSpPr>
        <p:spPr>
          <a:xfrm>
            <a:off x="20203" y="372569"/>
            <a:ext cx="11882999" cy="6250823"/>
          </a:xfrm>
          <a:custGeom>
            <a:avLst/>
            <a:gdLst>
              <a:gd name="connsiteX0" fmla="*/ 0 w 11739563"/>
              <a:gd name="connsiteY0" fmla="*/ 166270 h 6248400"/>
              <a:gd name="connsiteX1" fmla="*/ 166270 w 11739563"/>
              <a:gd name="connsiteY1" fmla="*/ 0 h 6248400"/>
              <a:gd name="connsiteX2" fmla="*/ 11573293 w 11739563"/>
              <a:gd name="connsiteY2" fmla="*/ 0 h 6248400"/>
              <a:gd name="connsiteX3" fmla="*/ 11739563 w 11739563"/>
              <a:gd name="connsiteY3" fmla="*/ 166270 h 6248400"/>
              <a:gd name="connsiteX4" fmla="*/ 11739563 w 11739563"/>
              <a:gd name="connsiteY4" fmla="*/ 6082130 h 6248400"/>
              <a:gd name="connsiteX5" fmla="*/ 11573293 w 11739563"/>
              <a:gd name="connsiteY5" fmla="*/ 6248400 h 6248400"/>
              <a:gd name="connsiteX6" fmla="*/ 166270 w 11739563"/>
              <a:gd name="connsiteY6" fmla="*/ 6248400 h 6248400"/>
              <a:gd name="connsiteX7" fmla="*/ 0 w 11739563"/>
              <a:gd name="connsiteY7" fmla="*/ 6082130 h 6248400"/>
              <a:gd name="connsiteX8" fmla="*/ 0 w 11739563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73847 w 11847140"/>
              <a:gd name="connsiteY6" fmla="*/ 6248400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07577 w 11847140"/>
              <a:gd name="connsiteY0" fmla="*/ 166270 h 6248400"/>
              <a:gd name="connsiteX1" fmla="*/ 273847 w 11847140"/>
              <a:gd name="connsiteY1" fmla="*/ 0 h 6248400"/>
              <a:gd name="connsiteX2" fmla="*/ 11680870 w 11847140"/>
              <a:gd name="connsiteY2" fmla="*/ 0 h 6248400"/>
              <a:gd name="connsiteX3" fmla="*/ 11847140 w 11847140"/>
              <a:gd name="connsiteY3" fmla="*/ 166270 h 6248400"/>
              <a:gd name="connsiteX4" fmla="*/ 11847140 w 11847140"/>
              <a:gd name="connsiteY4" fmla="*/ 6082130 h 6248400"/>
              <a:gd name="connsiteX5" fmla="*/ 11680870 w 11847140"/>
              <a:gd name="connsiteY5" fmla="*/ 6248400 h 6248400"/>
              <a:gd name="connsiteX6" fmla="*/ 229023 w 11847140"/>
              <a:gd name="connsiteY6" fmla="*/ 6122894 h 6248400"/>
              <a:gd name="connsiteX7" fmla="*/ 0 w 11847140"/>
              <a:gd name="connsiteY7" fmla="*/ 5902836 h 6248400"/>
              <a:gd name="connsiteX8" fmla="*/ 107577 w 11847140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64882 w 11882999"/>
              <a:gd name="connsiteY6" fmla="*/ 612289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39376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211094 w 11882999"/>
              <a:gd name="connsiteY6" fmla="*/ 5800164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463565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48400"/>
              <a:gd name="connsiteX1" fmla="*/ 309706 w 11882999"/>
              <a:gd name="connsiteY1" fmla="*/ 0 h 6248400"/>
              <a:gd name="connsiteX2" fmla="*/ 11716729 w 11882999"/>
              <a:gd name="connsiteY2" fmla="*/ 0 h 6248400"/>
              <a:gd name="connsiteX3" fmla="*/ 11882999 w 11882999"/>
              <a:gd name="connsiteY3" fmla="*/ 166270 h 6248400"/>
              <a:gd name="connsiteX4" fmla="*/ 11882999 w 11882999"/>
              <a:gd name="connsiteY4" fmla="*/ 6082130 h 6248400"/>
              <a:gd name="connsiteX5" fmla="*/ 11716729 w 11882999"/>
              <a:gd name="connsiteY5" fmla="*/ 6248400 h 6248400"/>
              <a:gd name="connsiteX6" fmla="*/ 182519 w 11882999"/>
              <a:gd name="connsiteY6" fmla="*/ 5943039 h 6248400"/>
              <a:gd name="connsiteX7" fmla="*/ 0 w 11882999"/>
              <a:gd name="connsiteY7" fmla="*/ 5701690 h 6248400"/>
              <a:gd name="connsiteX8" fmla="*/ 143436 w 11882999"/>
              <a:gd name="connsiteY8" fmla="*/ 166270 h 6248400"/>
              <a:gd name="connsiteX0" fmla="*/ 143436 w 11882999"/>
              <a:gd name="connsiteY0" fmla="*/ 166270 h 6253265"/>
              <a:gd name="connsiteX1" fmla="*/ 309706 w 11882999"/>
              <a:gd name="connsiteY1" fmla="*/ 0 h 6253265"/>
              <a:gd name="connsiteX2" fmla="*/ 11716729 w 11882999"/>
              <a:gd name="connsiteY2" fmla="*/ 0 h 6253265"/>
              <a:gd name="connsiteX3" fmla="*/ 11882999 w 11882999"/>
              <a:gd name="connsiteY3" fmla="*/ 166270 h 6253265"/>
              <a:gd name="connsiteX4" fmla="*/ 11882999 w 11882999"/>
              <a:gd name="connsiteY4" fmla="*/ 6082130 h 6253265"/>
              <a:gd name="connsiteX5" fmla="*/ 11716729 w 11882999"/>
              <a:gd name="connsiteY5" fmla="*/ 6248400 h 6253265"/>
              <a:gd name="connsiteX6" fmla="*/ 182519 w 11882999"/>
              <a:gd name="connsiteY6" fmla="*/ 5943039 h 6253265"/>
              <a:gd name="connsiteX7" fmla="*/ 0 w 11882999"/>
              <a:gd name="connsiteY7" fmla="*/ 5701690 h 6253265"/>
              <a:gd name="connsiteX8" fmla="*/ 143436 w 11882999"/>
              <a:gd name="connsiteY8" fmla="*/ 166270 h 6253265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  <a:gd name="connsiteX0" fmla="*/ 143436 w 11882999"/>
              <a:gd name="connsiteY0" fmla="*/ 166270 h 6250823"/>
              <a:gd name="connsiteX1" fmla="*/ 309706 w 11882999"/>
              <a:gd name="connsiteY1" fmla="*/ 0 h 6250823"/>
              <a:gd name="connsiteX2" fmla="*/ 11716729 w 11882999"/>
              <a:gd name="connsiteY2" fmla="*/ 0 h 6250823"/>
              <a:gd name="connsiteX3" fmla="*/ 11882999 w 11882999"/>
              <a:gd name="connsiteY3" fmla="*/ 166270 h 6250823"/>
              <a:gd name="connsiteX4" fmla="*/ 11882999 w 11882999"/>
              <a:gd name="connsiteY4" fmla="*/ 6082130 h 6250823"/>
              <a:gd name="connsiteX5" fmla="*/ 11716729 w 11882999"/>
              <a:gd name="connsiteY5" fmla="*/ 6248400 h 6250823"/>
              <a:gd name="connsiteX6" fmla="*/ 182519 w 11882999"/>
              <a:gd name="connsiteY6" fmla="*/ 5943039 h 6250823"/>
              <a:gd name="connsiteX7" fmla="*/ 0 w 11882999"/>
              <a:gd name="connsiteY7" fmla="*/ 5701690 h 6250823"/>
              <a:gd name="connsiteX8" fmla="*/ 143436 w 11882999"/>
              <a:gd name="connsiteY8" fmla="*/ 166270 h 6250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82999" h="6250823">
                <a:moveTo>
                  <a:pt x="143436" y="166270"/>
                </a:moveTo>
                <a:cubicBezTo>
                  <a:pt x="143436" y="74442"/>
                  <a:pt x="217878" y="0"/>
                  <a:pt x="309706" y="0"/>
                </a:cubicBezTo>
                <a:lnTo>
                  <a:pt x="11716729" y="0"/>
                </a:lnTo>
                <a:cubicBezTo>
                  <a:pt x="11808557" y="0"/>
                  <a:pt x="11882999" y="74442"/>
                  <a:pt x="11882999" y="166270"/>
                </a:cubicBezTo>
                <a:lnTo>
                  <a:pt x="11882999" y="6082130"/>
                </a:lnTo>
                <a:cubicBezTo>
                  <a:pt x="11882999" y="6173958"/>
                  <a:pt x="11808557" y="6248400"/>
                  <a:pt x="11716729" y="6248400"/>
                </a:cubicBezTo>
                <a:cubicBezTo>
                  <a:pt x="1442617" y="6270438"/>
                  <a:pt x="1455506" y="6140076"/>
                  <a:pt x="182519" y="5943039"/>
                </a:cubicBezTo>
                <a:cubicBezTo>
                  <a:pt x="36903" y="5925109"/>
                  <a:pt x="0" y="5793518"/>
                  <a:pt x="0" y="5701690"/>
                </a:cubicBezTo>
                <a:cubicBezTo>
                  <a:pt x="231402" y="4109056"/>
                  <a:pt x="105336" y="2125523"/>
                  <a:pt x="143436" y="166270"/>
                </a:cubicBezTo>
                <a:close/>
              </a:path>
            </a:pathLst>
          </a:custGeom>
          <a:solidFill>
            <a:schemeClr val="bg1"/>
          </a:solidFill>
          <a:ln w="508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4C749728-FECA-57ED-8222-BCBB1FBF1307}"/>
              </a:ext>
            </a:extLst>
          </p:cNvPr>
          <p:cNvSpPr/>
          <p:nvPr/>
        </p:nvSpPr>
        <p:spPr>
          <a:xfrm>
            <a:off x="1843534" y="399418"/>
            <a:ext cx="10033473" cy="6193612"/>
          </a:xfrm>
          <a:custGeom>
            <a:avLst/>
            <a:gdLst>
              <a:gd name="connsiteX0" fmla="*/ 9934357 w 10033473"/>
              <a:gd name="connsiteY0" fmla="*/ 0 h 6236115"/>
              <a:gd name="connsiteX1" fmla="*/ 9984773 w 10033473"/>
              <a:gd name="connsiteY1" fmla="*/ 33992 h 6236115"/>
              <a:gd name="connsiteX2" fmla="*/ 10033473 w 10033473"/>
              <a:gd name="connsiteY2" fmla="*/ 151562 h 6236115"/>
              <a:gd name="connsiteX3" fmla="*/ 10033473 w 10033473"/>
              <a:gd name="connsiteY3" fmla="*/ 6067422 h 6236115"/>
              <a:gd name="connsiteX4" fmla="*/ 9867203 w 10033473"/>
              <a:gd name="connsiteY4" fmla="*/ 6233692 h 6236115"/>
              <a:gd name="connsiteX5" fmla="*/ 23715 w 10033473"/>
              <a:gd name="connsiteY5" fmla="*/ 6129711 h 6236115"/>
              <a:gd name="connsiteX6" fmla="*/ 0 w 10033473"/>
              <a:gd name="connsiteY6" fmla="*/ 6128174 h 6236115"/>
              <a:gd name="connsiteX7" fmla="*/ 79849 w 10033473"/>
              <a:gd name="connsiteY7" fmla="*/ 6100342 h 6236115"/>
              <a:gd name="connsiteX8" fmla="*/ 1927699 w 10033473"/>
              <a:gd name="connsiteY8" fmla="*/ 6043192 h 6236115"/>
              <a:gd name="connsiteX9" fmla="*/ 4080349 w 10033473"/>
              <a:gd name="connsiteY9" fmla="*/ 6119392 h 6236115"/>
              <a:gd name="connsiteX10" fmla="*/ 7623649 w 10033473"/>
              <a:gd name="connsiteY10" fmla="*/ 5986042 h 6236115"/>
              <a:gd name="connsiteX11" fmla="*/ 9014299 w 10033473"/>
              <a:gd name="connsiteY11" fmla="*/ 6100342 h 6236115"/>
              <a:gd name="connsiteX12" fmla="*/ 9681049 w 10033473"/>
              <a:gd name="connsiteY12" fmla="*/ 6005092 h 6236115"/>
              <a:gd name="connsiteX13" fmla="*/ 9947749 w 10033473"/>
              <a:gd name="connsiteY13" fmla="*/ 5852692 h 6236115"/>
              <a:gd name="connsiteX14" fmla="*/ 9814399 w 10033473"/>
              <a:gd name="connsiteY14" fmla="*/ 4500142 h 6236115"/>
              <a:gd name="connsiteX15" fmla="*/ 9871549 w 10033473"/>
              <a:gd name="connsiteY15" fmla="*/ 2385592 h 6236115"/>
              <a:gd name="connsiteX16" fmla="*/ 9947749 w 10033473"/>
              <a:gd name="connsiteY16" fmla="*/ 1071142 h 6236115"/>
              <a:gd name="connsiteX17" fmla="*/ 9833449 w 10033473"/>
              <a:gd name="connsiteY17" fmla="*/ 347242 h 6236115"/>
              <a:gd name="connsiteX18" fmla="*/ 9924737 w 10033473"/>
              <a:gd name="connsiteY18" fmla="*/ 4361 h 6236115"/>
              <a:gd name="connsiteX0" fmla="*/ 9934357 w 10033473"/>
              <a:gd name="connsiteY0" fmla="*/ 0 h 6233692"/>
              <a:gd name="connsiteX1" fmla="*/ 9980010 w 10033473"/>
              <a:gd name="connsiteY1" fmla="*/ 72092 h 6233692"/>
              <a:gd name="connsiteX2" fmla="*/ 10033473 w 10033473"/>
              <a:gd name="connsiteY2" fmla="*/ 151562 h 6233692"/>
              <a:gd name="connsiteX3" fmla="*/ 10033473 w 10033473"/>
              <a:gd name="connsiteY3" fmla="*/ 6067422 h 6233692"/>
              <a:gd name="connsiteX4" fmla="*/ 9867203 w 10033473"/>
              <a:gd name="connsiteY4" fmla="*/ 6233692 h 6233692"/>
              <a:gd name="connsiteX5" fmla="*/ 23715 w 10033473"/>
              <a:gd name="connsiteY5" fmla="*/ 6129711 h 6233692"/>
              <a:gd name="connsiteX6" fmla="*/ 0 w 10033473"/>
              <a:gd name="connsiteY6" fmla="*/ 6128174 h 6233692"/>
              <a:gd name="connsiteX7" fmla="*/ 79849 w 10033473"/>
              <a:gd name="connsiteY7" fmla="*/ 6100342 h 6233692"/>
              <a:gd name="connsiteX8" fmla="*/ 1927699 w 10033473"/>
              <a:gd name="connsiteY8" fmla="*/ 6043192 h 6233692"/>
              <a:gd name="connsiteX9" fmla="*/ 4080349 w 10033473"/>
              <a:gd name="connsiteY9" fmla="*/ 6119392 h 6233692"/>
              <a:gd name="connsiteX10" fmla="*/ 7623649 w 10033473"/>
              <a:gd name="connsiteY10" fmla="*/ 5986042 h 6233692"/>
              <a:gd name="connsiteX11" fmla="*/ 9014299 w 10033473"/>
              <a:gd name="connsiteY11" fmla="*/ 6100342 h 6233692"/>
              <a:gd name="connsiteX12" fmla="*/ 9681049 w 10033473"/>
              <a:gd name="connsiteY12" fmla="*/ 6005092 h 6233692"/>
              <a:gd name="connsiteX13" fmla="*/ 9947749 w 10033473"/>
              <a:gd name="connsiteY13" fmla="*/ 5852692 h 6233692"/>
              <a:gd name="connsiteX14" fmla="*/ 9814399 w 10033473"/>
              <a:gd name="connsiteY14" fmla="*/ 4500142 h 6233692"/>
              <a:gd name="connsiteX15" fmla="*/ 9871549 w 10033473"/>
              <a:gd name="connsiteY15" fmla="*/ 2385592 h 6233692"/>
              <a:gd name="connsiteX16" fmla="*/ 9947749 w 10033473"/>
              <a:gd name="connsiteY16" fmla="*/ 1071142 h 6233692"/>
              <a:gd name="connsiteX17" fmla="*/ 9833449 w 10033473"/>
              <a:gd name="connsiteY17" fmla="*/ 347242 h 6233692"/>
              <a:gd name="connsiteX18" fmla="*/ 9924737 w 10033473"/>
              <a:gd name="connsiteY18" fmla="*/ 4361 h 6233692"/>
              <a:gd name="connsiteX19" fmla="*/ 9934357 w 10033473"/>
              <a:gd name="connsiteY19" fmla="*/ 0 h 6233692"/>
              <a:gd name="connsiteX0" fmla="*/ 9941501 w 10033473"/>
              <a:gd name="connsiteY0" fmla="*/ 45645 h 6229331"/>
              <a:gd name="connsiteX1" fmla="*/ 9980010 w 10033473"/>
              <a:gd name="connsiteY1" fmla="*/ 67731 h 6229331"/>
              <a:gd name="connsiteX2" fmla="*/ 10033473 w 10033473"/>
              <a:gd name="connsiteY2" fmla="*/ 147201 h 6229331"/>
              <a:gd name="connsiteX3" fmla="*/ 10033473 w 10033473"/>
              <a:gd name="connsiteY3" fmla="*/ 6063061 h 6229331"/>
              <a:gd name="connsiteX4" fmla="*/ 9867203 w 10033473"/>
              <a:gd name="connsiteY4" fmla="*/ 6229331 h 6229331"/>
              <a:gd name="connsiteX5" fmla="*/ 23715 w 10033473"/>
              <a:gd name="connsiteY5" fmla="*/ 6125350 h 6229331"/>
              <a:gd name="connsiteX6" fmla="*/ 0 w 10033473"/>
              <a:gd name="connsiteY6" fmla="*/ 6123813 h 6229331"/>
              <a:gd name="connsiteX7" fmla="*/ 79849 w 10033473"/>
              <a:gd name="connsiteY7" fmla="*/ 6095981 h 6229331"/>
              <a:gd name="connsiteX8" fmla="*/ 1927699 w 10033473"/>
              <a:gd name="connsiteY8" fmla="*/ 6038831 h 6229331"/>
              <a:gd name="connsiteX9" fmla="*/ 4080349 w 10033473"/>
              <a:gd name="connsiteY9" fmla="*/ 6115031 h 6229331"/>
              <a:gd name="connsiteX10" fmla="*/ 7623649 w 10033473"/>
              <a:gd name="connsiteY10" fmla="*/ 5981681 h 6229331"/>
              <a:gd name="connsiteX11" fmla="*/ 9014299 w 10033473"/>
              <a:gd name="connsiteY11" fmla="*/ 6095981 h 6229331"/>
              <a:gd name="connsiteX12" fmla="*/ 9681049 w 10033473"/>
              <a:gd name="connsiteY12" fmla="*/ 6000731 h 6229331"/>
              <a:gd name="connsiteX13" fmla="*/ 9947749 w 10033473"/>
              <a:gd name="connsiteY13" fmla="*/ 5848331 h 6229331"/>
              <a:gd name="connsiteX14" fmla="*/ 9814399 w 10033473"/>
              <a:gd name="connsiteY14" fmla="*/ 4495781 h 6229331"/>
              <a:gd name="connsiteX15" fmla="*/ 9871549 w 10033473"/>
              <a:gd name="connsiteY15" fmla="*/ 2381231 h 6229331"/>
              <a:gd name="connsiteX16" fmla="*/ 9947749 w 10033473"/>
              <a:gd name="connsiteY16" fmla="*/ 1066781 h 6229331"/>
              <a:gd name="connsiteX17" fmla="*/ 9833449 w 10033473"/>
              <a:gd name="connsiteY17" fmla="*/ 342881 h 6229331"/>
              <a:gd name="connsiteX18" fmla="*/ 9924737 w 10033473"/>
              <a:gd name="connsiteY18" fmla="*/ 0 h 6229331"/>
              <a:gd name="connsiteX19" fmla="*/ 9941501 w 10033473"/>
              <a:gd name="connsiteY19" fmla="*/ 45645 h 6229331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11482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  <a:gd name="connsiteX0" fmla="*/ 9941501 w 10033473"/>
              <a:gd name="connsiteY0" fmla="*/ 9926 h 6193612"/>
              <a:gd name="connsiteX1" fmla="*/ 9980010 w 10033473"/>
              <a:gd name="connsiteY1" fmla="*/ 32012 h 6193612"/>
              <a:gd name="connsiteX2" fmla="*/ 10033473 w 10033473"/>
              <a:gd name="connsiteY2" fmla="*/ 128151 h 6193612"/>
              <a:gd name="connsiteX3" fmla="*/ 10033473 w 10033473"/>
              <a:gd name="connsiteY3" fmla="*/ 6027342 h 6193612"/>
              <a:gd name="connsiteX4" fmla="*/ 9867203 w 10033473"/>
              <a:gd name="connsiteY4" fmla="*/ 6193612 h 6193612"/>
              <a:gd name="connsiteX5" fmla="*/ 23715 w 10033473"/>
              <a:gd name="connsiteY5" fmla="*/ 6089631 h 6193612"/>
              <a:gd name="connsiteX6" fmla="*/ 0 w 10033473"/>
              <a:gd name="connsiteY6" fmla="*/ 6088094 h 6193612"/>
              <a:gd name="connsiteX7" fmla="*/ 79849 w 10033473"/>
              <a:gd name="connsiteY7" fmla="*/ 6060262 h 6193612"/>
              <a:gd name="connsiteX8" fmla="*/ 1927699 w 10033473"/>
              <a:gd name="connsiteY8" fmla="*/ 6003112 h 6193612"/>
              <a:gd name="connsiteX9" fmla="*/ 4080349 w 10033473"/>
              <a:gd name="connsiteY9" fmla="*/ 6079312 h 6193612"/>
              <a:gd name="connsiteX10" fmla="*/ 7623649 w 10033473"/>
              <a:gd name="connsiteY10" fmla="*/ 5945962 h 6193612"/>
              <a:gd name="connsiteX11" fmla="*/ 9014299 w 10033473"/>
              <a:gd name="connsiteY11" fmla="*/ 6060262 h 6193612"/>
              <a:gd name="connsiteX12" fmla="*/ 9681049 w 10033473"/>
              <a:gd name="connsiteY12" fmla="*/ 5965012 h 6193612"/>
              <a:gd name="connsiteX13" fmla="*/ 9947749 w 10033473"/>
              <a:gd name="connsiteY13" fmla="*/ 5812612 h 6193612"/>
              <a:gd name="connsiteX14" fmla="*/ 9814399 w 10033473"/>
              <a:gd name="connsiteY14" fmla="*/ 4460062 h 6193612"/>
              <a:gd name="connsiteX15" fmla="*/ 9871549 w 10033473"/>
              <a:gd name="connsiteY15" fmla="*/ 2345512 h 6193612"/>
              <a:gd name="connsiteX16" fmla="*/ 9947749 w 10033473"/>
              <a:gd name="connsiteY16" fmla="*/ 1031062 h 6193612"/>
              <a:gd name="connsiteX17" fmla="*/ 9833449 w 10033473"/>
              <a:gd name="connsiteY17" fmla="*/ 307162 h 6193612"/>
              <a:gd name="connsiteX18" fmla="*/ 9908069 w 10033473"/>
              <a:gd name="connsiteY18" fmla="*/ 0 h 6193612"/>
              <a:gd name="connsiteX19" fmla="*/ 9941501 w 10033473"/>
              <a:gd name="connsiteY19" fmla="*/ 9926 h 619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33473" h="6193612">
                <a:moveTo>
                  <a:pt x="9941501" y="9926"/>
                </a:moveTo>
                <a:cubicBezTo>
                  <a:pt x="9958306" y="21257"/>
                  <a:pt x="9963205" y="20681"/>
                  <a:pt x="9980010" y="32012"/>
                </a:cubicBezTo>
                <a:cubicBezTo>
                  <a:pt x="10010099" y="62101"/>
                  <a:pt x="10033473" y="82237"/>
                  <a:pt x="10033473" y="128151"/>
                </a:cubicBezTo>
                <a:lnTo>
                  <a:pt x="10033473" y="6027342"/>
                </a:lnTo>
                <a:cubicBezTo>
                  <a:pt x="10033473" y="6119170"/>
                  <a:pt x="9959031" y="6193612"/>
                  <a:pt x="9867203" y="6193612"/>
                </a:cubicBezTo>
                <a:lnTo>
                  <a:pt x="23715" y="6089631"/>
                </a:lnTo>
                <a:lnTo>
                  <a:pt x="0" y="6088094"/>
                </a:lnTo>
                <a:lnTo>
                  <a:pt x="79849" y="6060262"/>
                </a:lnTo>
                <a:cubicBezTo>
                  <a:pt x="387824" y="5977712"/>
                  <a:pt x="1260949" y="5999937"/>
                  <a:pt x="1927699" y="6003112"/>
                </a:cubicBezTo>
                <a:cubicBezTo>
                  <a:pt x="2594450" y="6006287"/>
                  <a:pt x="3131024" y="6088837"/>
                  <a:pt x="4080349" y="6079312"/>
                </a:cubicBezTo>
                <a:cubicBezTo>
                  <a:pt x="5029674" y="6069787"/>
                  <a:pt x="6801324" y="5949137"/>
                  <a:pt x="7623649" y="5945962"/>
                </a:cubicBezTo>
                <a:cubicBezTo>
                  <a:pt x="8445974" y="5942787"/>
                  <a:pt x="8671399" y="6057087"/>
                  <a:pt x="9014299" y="6060262"/>
                </a:cubicBezTo>
                <a:cubicBezTo>
                  <a:pt x="9357199" y="6063437"/>
                  <a:pt x="9525474" y="6006287"/>
                  <a:pt x="9681049" y="5965012"/>
                </a:cubicBezTo>
                <a:cubicBezTo>
                  <a:pt x="9836624" y="5923737"/>
                  <a:pt x="9925524" y="6063437"/>
                  <a:pt x="9947749" y="5812612"/>
                </a:cubicBezTo>
                <a:cubicBezTo>
                  <a:pt x="9969974" y="5561787"/>
                  <a:pt x="9827099" y="5037912"/>
                  <a:pt x="9814399" y="4460062"/>
                </a:cubicBezTo>
                <a:cubicBezTo>
                  <a:pt x="9801699" y="3882212"/>
                  <a:pt x="9849324" y="2917012"/>
                  <a:pt x="9871549" y="2345512"/>
                </a:cubicBezTo>
                <a:cubicBezTo>
                  <a:pt x="9893774" y="1774012"/>
                  <a:pt x="9954099" y="1370787"/>
                  <a:pt x="9947749" y="1031062"/>
                </a:cubicBezTo>
                <a:cubicBezTo>
                  <a:pt x="9941399" y="691337"/>
                  <a:pt x="9830274" y="488137"/>
                  <a:pt x="9833449" y="307162"/>
                </a:cubicBezTo>
                <a:cubicBezTo>
                  <a:pt x="9836227" y="148809"/>
                  <a:pt x="9822337" y="55345"/>
                  <a:pt x="9908069" y="0"/>
                </a:cubicBezTo>
                <a:lnTo>
                  <a:pt x="9941501" y="9926"/>
                </a:lnTo>
                <a:close/>
              </a:path>
            </a:pathLst>
          </a:custGeom>
          <a:solidFill>
            <a:srgbClr val="B9D9D4">
              <a:alpha val="31000"/>
            </a:srgbClr>
          </a:soli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AEE7A661-80E3-3014-E7B0-187AE348D0B6}"/>
              </a:ext>
            </a:extLst>
          </p:cNvPr>
          <p:cNvGrpSpPr/>
          <p:nvPr/>
        </p:nvGrpSpPr>
        <p:grpSpPr>
          <a:xfrm>
            <a:off x="466940" y="115687"/>
            <a:ext cx="302386" cy="570932"/>
            <a:chOff x="517612" y="124118"/>
            <a:chExt cx="302386" cy="570932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101131-3B57-E596-284F-ADCBAB1C2D2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B030912E-15A6-DECB-FC9C-7A832EDD3D4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A7DE08A-198A-1149-E659-9AD9204E6AEB}"/>
              </a:ext>
            </a:extLst>
          </p:cNvPr>
          <p:cNvGrpSpPr/>
          <p:nvPr/>
        </p:nvGrpSpPr>
        <p:grpSpPr>
          <a:xfrm>
            <a:off x="955096" y="115687"/>
            <a:ext cx="302386" cy="570932"/>
            <a:chOff x="517612" y="124118"/>
            <a:chExt cx="302386" cy="570932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ECA2F08-21B9-CC78-B350-959151FEE06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DC923F54-1198-1733-6319-EFA4BB413D9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B6C6FA3-26AE-5682-51A9-8B79AD75133F}"/>
              </a:ext>
            </a:extLst>
          </p:cNvPr>
          <p:cNvGrpSpPr/>
          <p:nvPr/>
        </p:nvGrpSpPr>
        <p:grpSpPr>
          <a:xfrm>
            <a:off x="1443252" y="115687"/>
            <a:ext cx="302386" cy="570932"/>
            <a:chOff x="517612" y="124118"/>
            <a:chExt cx="302386" cy="570932"/>
          </a:xfrm>
        </p:grpSpPr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97D8637-2971-1B28-AF93-04A1321688A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5F21D046-4379-87F3-7DF9-C098CE843C6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F654FFF9-15B3-73F3-0B11-D6C3CAEF1CAE}"/>
              </a:ext>
            </a:extLst>
          </p:cNvPr>
          <p:cNvGrpSpPr/>
          <p:nvPr/>
        </p:nvGrpSpPr>
        <p:grpSpPr>
          <a:xfrm>
            <a:off x="1931408" y="115687"/>
            <a:ext cx="302386" cy="570932"/>
            <a:chOff x="517612" y="124118"/>
            <a:chExt cx="302386" cy="570932"/>
          </a:xfrm>
        </p:grpSpPr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420DD81D-5A2C-9452-A8E7-536FCC2516E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99C5CB43-00EF-16F7-F258-F3EC581C6AAB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3FC803-5ECF-C132-5786-DAB94085C25C}"/>
              </a:ext>
            </a:extLst>
          </p:cNvPr>
          <p:cNvGrpSpPr/>
          <p:nvPr/>
        </p:nvGrpSpPr>
        <p:grpSpPr>
          <a:xfrm>
            <a:off x="2419564" y="115687"/>
            <a:ext cx="302386" cy="570932"/>
            <a:chOff x="517612" y="124118"/>
            <a:chExt cx="302386" cy="570932"/>
          </a:xfrm>
        </p:grpSpPr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5CB300E2-A021-C5E3-A673-3EA7AFF96071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6F79BBAC-BF7E-FEAE-A6DE-5722110ED0F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1FE2639-E5FC-E4B2-F77F-2F8BA771BCD2}"/>
              </a:ext>
            </a:extLst>
          </p:cNvPr>
          <p:cNvGrpSpPr/>
          <p:nvPr/>
        </p:nvGrpSpPr>
        <p:grpSpPr>
          <a:xfrm>
            <a:off x="2907720" y="115687"/>
            <a:ext cx="302386" cy="570932"/>
            <a:chOff x="517612" y="124118"/>
            <a:chExt cx="302386" cy="570932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7EAA6CCF-7F14-6AE9-8ADE-994E1BBE051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E09F778F-7C9B-085E-3FBE-523785AE8824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384C935-7D9D-F451-6406-73B70DCE17FA}"/>
              </a:ext>
            </a:extLst>
          </p:cNvPr>
          <p:cNvGrpSpPr/>
          <p:nvPr/>
        </p:nvGrpSpPr>
        <p:grpSpPr>
          <a:xfrm>
            <a:off x="3395876" y="115687"/>
            <a:ext cx="302386" cy="570932"/>
            <a:chOff x="517612" y="124118"/>
            <a:chExt cx="302386" cy="570932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D37BA5ED-C2F1-3AFB-2252-C0EC59DC6E66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02ADD8AD-06ED-DC83-C92B-534B1315E66A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541EC81-9669-E813-AFFE-9A7D4F66BFDF}"/>
              </a:ext>
            </a:extLst>
          </p:cNvPr>
          <p:cNvGrpSpPr/>
          <p:nvPr/>
        </p:nvGrpSpPr>
        <p:grpSpPr>
          <a:xfrm>
            <a:off x="3884032" y="115687"/>
            <a:ext cx="302386" cy="570932"/>
            <a:chOff x="517612" y="124118"/>
            <a:chExt cx="302386" cy="570932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8CA6FF50-96F3-2093-B717-C9152013860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4EAEFC84-81B3-D9C3-4E99-348D39BF140C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C78881D-B695-3CCB-301F-7E1F114D3B59}"/>
              </a:ext>
            </a:extLst>
          </p:cNvPr>
          <p:cNvGrpSpPr/>
          <p:nvPr/>
        </p:nvGrpSpPr>
        <p:grpSpPr>
          <a:xfrm>
            <a:off x="4372188" y="115687"/>
            <a:ext cx="302386" cy="570932"/>
            <a:chOff x="517612" y="124118"/>
            <a:chExt cx="302386" cy="570932"/>
          </a:xfrm>
        </p:grpSpPr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1F4A8F7-B720-0F4F-9354-76182CA375D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50342692-093B-7FD7-5B91-54A47A075F6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2522F60A-F563-C409-4723-8A7E20F10BAF}"/>
              </a:ext>
            </a:extLst>
          </p:cNvPr>
          <p:cNvGrpSpPr/>
          <p:nvPr/>
        </p:nvGrpSpPr>
        <p:grpSpPr>
          <a:xfrm>
            <a:off x="4860344" y="115687"/>
            <a:ext cx="302386" cy="570932"/>
            <a:chOff x="517612" y="124118"/>
            <a:chExt cx="302386" cy="570932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7CE8FD3E-2A53-B9AC-18BF-25D7BE1A28B4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8489DB43-1B22-21F5-799D-208D4C964E9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FB5A0E12-8F7C-3E4C-71C2-74934A12D1EE}"/>
              </a:ext>
            </a:extLst>
          </p:cNvPr>
          <p:cNvGrpSpPr/>
          <p:nvPr/>
        </p:nvGrpSpPr>
        <p:grpSpPr>
          <a:xfrm>
            <a:off x="5348500" y="115687"/>
            <a:ext cx="302386" cy="570932"/>
            <a:chOff x="517612" y="124118"/>
            <a:chExt cx="302386" cy="570932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1F2A8654-3DA5-3195-DCD4-AF12A1A108F9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자유형: 도형 78">
              <a:extLst>
                <a:ext uri="{FF2B5EF4-FFF2-40B4-BE49-F238E27FC236}">
                  <a16:creationId xmlns:a16="http://schemas.microsoft.com/office/drawing/2014/main" id="{1F4F0B0A-8F92-2F01-D6EE-4936965138E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D0C63E3-9CB1-4CD7-5C43-3391B0E7A0EA}"/>
              </a:ext>
            </a:extLst>
          </p:cNvPr>
          <p:cNvGrpSpPr/>
          <p:nvPr/>
        </p:nvGrpSpPr>
        <p:grpSpPr>
          <a:xfrm>
            <a:off x="5836656" y="115687"/>
            <a:ext cx="302386" cy="570932"/>
            <a:chOff x="517612" y="124118"/>
            <a:chExt cx="302386" cy="570932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F200702A-A720-21B6-DB37-C9E5D61890B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C437E4A7-0499-0FD5-A456-A5FD8BFCA247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395BF03-BC06-6775-00BC-00B7C278C5F9}"/>
              </a:ext>
            </a:extLst>
          </p:cNvPr>
          <p:cNvGrpSpPr/>
          <p:nvPr/>
        </p:nvGrpSpPr>
        <p:grpSpPr>
          <a:xfrm>
            <a:off x="6324812" y="115687"/>
            <a:ext cx="302386" cy="570932"/>
            <a:chOff x="517612" y="124118"/>
            <a:chExt cx="302386" cy="570932"/>
          </a:xfrm>
        </p:grpSpPr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84099464-2B40-C5A1-2ABB-F713B60C1CD7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" name="자유형: 도형 84">
              <a:extLst>
                <a:ext uri="{FF2B5EF4-FFF2-40B4-BE49-F238E27FC236}">
                  <a16:creationId xmlns:a16="http://schemas.microsoft.com/office/drawing/2014/main" id="{CEC01BD9-5F9E-35F6-5376-240F0E9FA81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D17D5C75-3EA7-931F-FAB9-3E7925BD0CCD}"/>
              </a:ext>
            </a:extLst>
          </p:cNvPr>
          <p:cNvGrpSpPr/>
          <p:nvPr/>
        </p:nvGrpSpPr>
        <p:grpSpPr>
          <a:xfrm>
            <a:off x="6812968" y="115687"/>
            <a:ext cx="302386" cy="570932"/>
            <a:chOff x="517612" y="124118"/>
            <a:chExt cx="302386" cy="570932"/>
          </a:xfrm>
        </p:grpSpPr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8934A1B-2A31-C4C1-38CF-B1BAADE33E68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C936B866-47E1-21BD-E908-9787CA6A47B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7B742D7-89DD-61D4-8838-F22D7E817407}"/>
              </a:ext>
            </a:extLst>
          </p:cNvPr>
          <p:cNvGrpSpPr/>
          <p:nvPr/>
        </p:nvGrpSpPr>
        <p:grpSpPr>
          <a:xfrm>
            <a:off x="7301124" y="115687"/>
            <a:ext cx="302386" cy="570932"/>
            <a:chOff x="517612" y="124118"/>
            <a:chExt cx="302386" cy="570932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819F2CD2-E2CE-740A-4850-FDD731F5F2B3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자유형: 도형 90">
              <a:extLst>
                <a:ext uri="{FF2B5EF4-FFF2-40B4-BE49-F238E27FC236}">
                  <a16:creationId xmlns:a16="http://schemas.microsoft.com/office/drawing/2014/main" id="{40569AD4-0611-3750-37D7-C073E3715A4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07A95103-7E02-4AB6-DD7A-3D2F18B5DC67}"/>
              </a:ext>
            </a:extLst>
          </p:cNvPr>
          <p:cNvGrpSpPr/>
          <p:nvPr/>
        </p:nvGrpSpPr>
        <p:grpSpPr>
          <a:xfrm>
            <a:off x="7789280" y="115687"/>
            <a:ext cx="302386" cy="570932"/>
            <a:chOff x="517612" y="124118"/>
            <a:chExt cx="302386" cy="570932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87A9B1-37D0-371C-B388-FBDAF35DAE0B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BA8A371-20AB-A89E-CBD9-7D32F8B79651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2E0566C-9BDC-3310-278A-1AA209A5C682}"/>
              </a:ext>
            </a:extLst>
          </p:cNvPr>
          <p:cNvGrpSpPr/>
          <p:nvPr/>
        </p:nvGrpSpPr>
        <p:grpSpPr>
          <a:xfrm>
            <a:off x="8277436" y="115687"/>
            <a:ext cx="302386" cy="570932"/>
            <a:chOff x="517612" y="124118"/>
            <a:chExt cx="302386" cy="57093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68A141F8-226A-8248-4D94-68504B6FC1B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자유형: 도형 96">
              <a:extLst>
                <a:ext uri="{FF2B5EF4-FFF2-40B4-BE49-F238E27FC236}">
                  <a16:creationId xmlns:a16="http://schemas.microsoft.com/office/drawing/2014/main" id="{0FAC9EEE-02B1-AB9C-3F78-1B13A82AFD63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25998DE-CA78-D74F-23DD-B3CA1C44376E}"/>
              </a:ext>
            </a:extLst>
          </p:cNvPr>
          <p:cNvGrpSpPr/>
          <p:nvPr/>
        </p:nvGrpSpPr>
        <p:grpSpPr>
          <a:xfrm>
            <a:off x="8765592" y="115687"/>
            <a:ext cx="302386" cy="570932"/>
            <a:chOff x="517612" y="124118"/>
            <a:chExt cx="302386" cy="570932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9A853176-BAE8-76D5-D5B6-4EBBB8E3C8DF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045C9A7F-F1DB-B77A-D6FE-3827C9C1C19F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C4A6266-4E7A-C82D-4E97-A0865CEA1870}"/>
              </a:ext>
            </a:extLst>
          </p:cNvPr>
          <p:cNvGrpSpPr/>
          <p:nvPr/>
        </p:nvGrpSpPr>
        <p:grpSpPr>
          <a:xfrm>
            <a:off x="9253748" y="115687"/>
            <a:ext cx="302386" cy="570932"/>
            <a:chOff x="517612" y="124118"/>
            <a:chExt cx="302386" cy="570932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4C71574-B5E0-E51D-71EF-14427BCE8E1E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3" name="자유형: 도형 102">
              <a:extLst>
                <a:ext uri="{FF2B5EF4-FFF2-40B4-BE49-F238E27FC236}">
                  <a16:creationId xmlns:a16="http://schemas.microsoft.com/office/drawing/2014/main" id="{1C5C9E85-049F-483B-52F4-5E7AD7958056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2331E026-FD78-99DE-81E5-3E44D0674CEE}"/>
              </a:ext>
            </a:extLst>
          </p:cNvPr>
          <p:cNvGrpSpPr/>
          <p:nvPr/>
        </p:nvGrpSpPr>
        <p:grpSpPr>
          <a:xfrm>
            <a:off x="9741904" y="115687"/>
            <a:ext cx="302386" cy="570932"/>
            <a:chOff x="517612" y="124118"/>
            <a:chExt cx="302386" cy="570932"/>
          </a:xfrm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F827B41E-2CE5-A1CC-DB19-C0D83D9E80DD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601A8873-3AC2-D000-B360-DC78E943C1BE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0D422455-E81C-B4C5-ED84-37FC84428BB0}"/>
              </a:ext>
            </a:extLst>
          </p:cNvPr>
          <p:cNvGrpSpPr/>
          <p:nvPr/>
        </p:nvGrpSpPr>
        <p:grpSpPr>
          <a:xfrm>
            <a:off x="10230060" y="115687"/>
            <a:ext cx="302386" cy="570932"/>
            <a:chOff x="517612" y="124118"/>
            <a:chExt cx="302386" cy="570932"/>
          </a:xfrm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23B4A34B-342D-FB12-7137-A8EAD27BA15C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9" name="자유형: 도형 108">
              <a:extLst>
                <a:ext uri="{FF2B5EF4-FFF2-40B4-BE49-F238E27FC236}">
                  <a16:creationId xmlns:a16="http://schemas.microsoft.com/office/drawing/2014/main" id="{58FD6F5C-413B-C564-2F9A-F90ADD9957D2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E3C4360-8585-60ED-1402-1770E796E10C}"/>
              </a:ext>
            </a:extLst>
          </p:cNvPr>
          <p:cNvGrpSpPr/>
          <p:nvPr/>
        </p:nvGrpSpPr>
        <p:grpSpPr>
          <a:xfrm>
            <a:off x="10718216" y="115687"/>
            <a:ext cx="302386" cy="570932"/>
            <a:chOff x="517612" y="124118"/>
            <a:chExt cx="302386" cy="570932"/>
          </a:xfrm>
        </p:grpSpPr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68F7014C-B148-01FB-9C30-731CA3DE8192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F1484506-ECE1-70F4-ED32-8685B5CC9AE5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4860B1B-A091-7070-5719-F56B77A28A66}"/>
              </a:ext>
            </a:extLst>
          </p:cNvPr>
          <p:cNvGrpSpPr/>
          <p:nvPr/>
        </p:nvGrpSpPr>
        <p:grpSpPr>
          <a:xfrm>
            <a:off x="11206372" y="115687"/>
            <a:ext cx="302386" cy="570932"/>
            <a:chOff x="517612" y="124118"/>
            <a:chExt cx="302386" cy="570932"/>
          </a:xfrm>
        </p:grpSpPr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9281C06B-88AA-1C0F-D748-5376E9410135}"/>
                </a:ext>
              </a:extLst>
            </p:cNvPr>
            <p:cNvSpPr/>
            <p:nvPr/>
          </p:nvSpPr>
          <p:spPr>
            <a:xfrm>
              <a:off x="571776" y="4929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5" name="자유형: 도형 114">
              <a:extLst>
                <a:ext uri="{FF2B5EF4-FFF2-40B4-BE49-F238E27FC236}">
                  <a16:creationId xmlns:a16="http://schemas.microsoft.com/office/drawing/2014/main" id="{6427C388-689B-A9FF-5F11-7CFF11406918}"/>
                </a:ext>
              </a:extLst>
            </p:cNvPr>
            <p:cNvSpPr/>
            <p:nvPr/>
          </p:nvSpPr>
          <p:spPr>
            <a:xfrm>
              <a:off x="517612" y="1241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5762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03 Simulation 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Scenario - UART Loop(</a:t>
            </a:r>
            <a:r>
              <a:rPr lang="en-US" altLang="ko-KR" sz="2000" i="1" kern="0" dirty="0" err="1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Continous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data) </a:t>
            </a:r>
            <a:endParaRPr lang="ko-KR" altLang="en-US" sz="1600" dirty="0">
              <a:solidFill>
                <a:schemeClr val="accent1"/>
              </a:solidFill>
            </a:endParaRPr>
          </a:p>
          <a:p>
            <a:pPr lvl="0" latinLnBrk="0">
              <a:defRPr/>
            </a:pP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351" y="4375648"/>
            <a:ext cx="4127407" cy="1412986"/>
          </a:xfrm>
          <a:prstGeom prst="rect">
            <a:avLst/>
          </a:prstGeom>
        </p:spPr>
      </p:pic>
      <p:sp>
        <p:nvSpPr>
          <p:cNvPr id="117" name="직사각형 116"/>
          <p:cNvSpPr/>
          <p:nvPr/>
        </p:nvSpPr>
        <p:spPr>
          <a:xfrm>
            <a:off x="5116639" y="1194379"/>
            <a:ext cx="2098200" cy="4260966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UART TX DUT</a:t>
            </a:r>
            <a:endParaRPr lang="en-US" altLang="ko-KR" b="1" dirty="0">
              <a:solidFill>
                <a:srgbClr val="FF0000"/>
              </a:solidFill>
            </a:endParaRPr>
          </a:p>
          <a:p>
            <a:pPr algn="ctr"/>
            <a:endParaRPr lang="ko-KR" altLang="en-US" dirty="0"/>
          </a:p>
        </p:txBody>
      </p:sp>
      <p:sp>
        <p:nvSpPr>
          <p:cNvPr id="118" name="직사각형 117"/>
          <p:cNvSpPr/>
          <p:nvPr/>
        </p:nvSpPr>
        <p:spPr>
          <a:xfrm>
            <a:off x="7420190" y="3228616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CLK GEN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7420190" y="3803224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RESET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cxnSp>
        <p:nvCxnSpPr>
          <p:cNvPr id="121" name="직선 연결선 120"/>
          <p:cNvCxnSpPr/>
          <p:nvPr/>
        </p:nvCxnSpPr>
        <p:spPr>
          <a:xfrm flipH="1">
            <a:off x="7214839" y="2034618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/>
          <p:cNvCxnSpPr/>
          <p:nvPr/>
        </p:nvCxnSpPr>
        <p:spPr>
          <a:xfrm flipH="1">
            <a:off x="4863476" y="3311605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 rot="16200000" flipH="1">
            <a:off x="2457040" y="5460011"/>
            <a:ext cx="25316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763907" y="5602003"/>
            <a:ext cx="4072431" cy="4581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rgbClr val="FF0000"/>
                </a:solidFill>
              </a:rPr>
              <a:t>Message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82" y="1156809"/>
            <a:ext cx="4148514" cy="19630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973" y="1129990"/>
            <a:ext cx="4198315" cy="4215131"/>
          </a:xfrm>
          <a:prstGeom prst="rect">
            <a:avLst/>
          </a:prstGeom>
        </p:spPr>
      </p:pic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2899174" y="1734536"/>
            <a:ext cx="172930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b="1" dirty="0" smtClean="0">
                <a:solidFill>
                  <a:srgbClr val="FF0000"/>
                </a:solidFill>
              </a:rPr>
              <a:t>값을 넣는 기준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@(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negedge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tx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)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33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8980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- </a:t>
            </a:r>
            <a:r>
              <a:rPr lang="en-US" altLang="ko-KR" sz="16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UART Loop(</a:t>
            </a:r>
            <a:r>
              <a:rPr lang="en-US" altLang="ko-KR" sz="1600" i="1" kern="0" dirty="0" err="1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Continous</a:t>
            </a:r>
            <a:r>
              <a:rPr lang="en-US" altLang="ko-KR" sz="16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data) </a:t>
            </a:r>
            <a:endParaRPr lang="ko-KR" altLang="en-US" sz="1200" dirty="0">
              <a:solidFill>
                <a:schemeClr val="accent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430428" y="4699062"/>
            <a:ext cx="3872072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1.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랜덤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or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지정값의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비트를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LSB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순으로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Expected Data In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2. </a:t>
            </a:r>
            <a:r>
              <a:rPr lang="en-US" altLang="ko-KR" sz="1100" b="1" dirty="0">
                <a:solidFill>
                  <a:srgbClr val="FF0000"/>
                </a:solidFill>
              </a:rPr>
              <a:t>@(</a:t>
            </a:r>
            <a:r>
              <a:rPr lang="en-US" altLang="ko-KR" sz="1100" b="1" dirty="0" err="1">
                <a:solidFill>
                  <a:srgbClr val="FF0000"/>
                </a:solidFill>
              </a:rPr>
              <a:t>negedge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>
                <a:solidFill>
                  <a:srgbClr val="FF0000"/>
                </a:solidFill>
              </a:rPr>
              <a:t>tx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에 맞춰 </a:t>
            </a:r>
            <a:r>
              <a:rPr lang="en-US" altLang="ko-KR" sz="1100" b="1" dirty="0">
                <a:solidFill>
                  <a:srgbClr val="FF0000"/>
                </a:solidFill>
              </a:rPr>
              <a:t>Receive Data In</a:t>
            </a: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3.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비교시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똑같은 것을 확인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167" y="1167457"/>
            <a:ext cx="8515720" cy="358076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640" y="3621007"/>
            <a:ext cx="7167666" cy="108882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10409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8980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8061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UART Loop(</a:t>
            </a:r>
            <a:r>
              <a:rPr lang="en-US" altLang="ko-KR" sz="2000" i="1" kern="0" dirty="0" err="1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Continous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data excepted first data)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6973942" y="5200559"/>
            <a:ext cx="387207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첫 데이터 때문에 타이밍이 맞지 않아 제외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err="1">
                <a:solidFill>
                  <a:srgbClr val="FF0000"/>
                </a:solidFill>
              </a:rPr>
              <a:t>비교시</a:t>
            </a:r>
            <a:r>
              <a:rPr lang="ko-KR" altLang="en-US" sz="1100" b="1" dirty="0">
                <a:solidFill>
                  <a:srgbClr val="FF0000"/>
                </a:solidFill>
              </a:rPr>
              <a:t> 똑같은 것을 확인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75" y="1194379"/>
            <a:ext cx="10370834" cy="3490733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567" y="3425472"/>
            <a:ext cx="4570361" cy="168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8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3A440-9AB5-EC30-B259-C8924141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596C259D-128C-8F21-D44B-ABBD86574EFC}"/>
              </a:ext>
            </a:extLst>
          </p:cNvPr>
          <p:cNvGrpSpPr/>
          <p:nvPr/>
        </p:nvGrpSpPr>
        <p:grpSpPr>
          <a:xfrm>
            <a:off x="1958130" y="635727"/>
            <a:ext cx="7531558" cy="5569344"/>
            <a:chOff x="4096775" y="304800"/>
            <a:chExt cx="4504864" cy="6362700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C18618F-3467-D92B-E821-50C8C00CA88B}"/>
                </a:ext>
              </a:extLst>
            </p:cNvPr>
            <p:cNvSpPr/>
            <p:nvPr/>
          </p:nvSpPr>
          <p:spPr>
            <a:xfrm>
              <a:off x="4302126" y="419100"/>
              <a:ext cx="429951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148FBAE-2316-CAA8-C4F1-7247577962DD}"/>
                </a:ext>
              </a:extLst>
            </p:cNvPr>
            <p:cNvSpPr/>
            <p:nvPr/>
          </p:nvSpPr>
          <p:spPr>
            <a:xfrm>
              <a:off x="4240213" y="304800"/>
              <a:ext cx="4217988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B86F8AC4-53DD-A6BD-C32E-54B9CB063C3B}"/>
                </a:ext>
              </a:extLst>
            </p:cNvPr>
            <p:cNvSpPr/>
            <p:nvPr/>
          </p:nvSpPr>
          <p:spPr>
            <a:xfrm>
              <a:off x="4096775" y="304800"/>
              <a:ext cx="4361427" cy="6248400"/>
            </a:xfrm>
            <a:custGeom>
              <a:avLst/>
              <a:gdLst>
                <a:gd name="connsiteX0" fmla="*/ 309706 w 4361427"/>
                <a:gd name="connsiteY0" fmla="*/ 0 h 6248400"/>
                <a:gd name="connsiteX1" fmla="*/ 3684901 w 4361427"/>
                <a:gd name="connsiteY1" fmla="*/ 0 h 6248400"/>
                <a:gd name="connsiteX2" fmla="*/ 3688325 w 4361427"/>
                <a:gd name="connsiteY2" fmla="*/ 0 h 6248400"/>
                <a:gd name="connsiteX3" fmla="*/ 4245323 w 4361427"/>
                <a:gd name="connsiteY3" fmla="*/ 0 h 6248400"/>
                <a:gd name="connsiteX4" fmla="*/ 4361427 w 4361427"/>
                <a:gd name="connsiteY4" fmla="*/ 116104 h 6248400"/>
                <a:gd name="connsiteX5" fmla="*/ 4361427 w 4361427"/>
                <a:gd name="connsiteY5" fmla="*/ 6132296 h 6248400"/>
                <a:gd name="connsiteX6" fmla="*/ 4245323 w 4361427"/>
                <a:gd name="connsiteY6" fmla="*/ 6248400 h 6248400"/>
                <a:gd name="connsiteX7" fmla="*/ 3688325 w 4361427"/>
                <a:gd name="connsiteY7" fmla="*/ 6248400 h 6248400"/>
                <a:gd name="connsiteX8" fmla="*/ 3684901 w 4361427"/>
                <a:gd name="connsiteY8" fmla="*/ 6248400 h 6248400"/>
                <a:gd name="connsiteX9" fmla="*/ 3684502 w 4361427"/>
                <a:gd name="connsiteY9" fmla="*/ 6248320 h 6248400"/>
                <a:gd name="connsiteX10" fmla="*/ 3512498 w 4361427"/>
                <a:gd name="connsiteY10" fmla="*/ 6244691 h 6248400"/>
                <a:gd name="connsiteX11" fmla="*/ 182519 w 4361427"/>
                <a:gd name="connsiteY11" fmla="*/ 5980523 h 6248400"/>
                <a:gd name="connsiteX12" fmla="*/ 0 w 4361427"/>
                <a:gd name="connsiteY12" fmla="*/ 5737652 h 6248400"/>
                <a:gd name="connsiteX13" fmla="*/ 143436 w 4361427"/>
                <a:gd name="connsiteY13" fmla="*/ 167319 h 6248400"/>
                <a:gd name="connsiteX14" fmla="*/ 309706 w 4361427"/>
                <a:gd name="connsiteY14" fmla="*/ 0 h 624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361427" h="6248400">
                  <a:moveTo>
                    <a:pt x="309706" y="0"/>
                  </a:moveTo>
                  <a:lnTo>
                    <a:pt x="3684901" y="0"/>
                  </a:lnTo>
                  <a:lnTo>
                    <a:pt x="3688325" y="0"/>
                  </a:lnTo>
                  <a:lnTo>
                    <a:pt x="4245323" y="0"/>
                  </a:lnTo>
                  <a:cubicBezTo>
                    <a:pt x="4309445" y="0"/>
                    <a:pt x="4361427" y="51982"/>
                    <a:pt x="4361427" y="116104"/>
                  </a:cubicBezTo>
                  <a:lnTo>
                    <a:pt x="4361427" y="6132296"/>
                  </a:lnTo>
                  <a:cubicBezTo>
                    <a:pt x="4361427" y="6196418"/>
                    <a:pt x="4309445" y="6248400"/>
                    <a:pt x="4245323" y="6248400"/>
                  </a:cubicBezTo>
                  <a:lnTo>
                    <a:pt x="3688325" y="6248400"/>
                  </a:lnTo>
                  <a:lnTo>
                    <a:pt x="3684901" y="6248400"/>
                  </a:lnTo>
                  <a:lnTo>
                    <a:pt x="3684502" y="6248320"/>
                  </a:lnTo>
                  <a:lnTo>
                    <a:pt x="3512498" y="6244691"/>
                  </a:lnTo>
                  <a:cubicBezTo>
                    <a:pt x="1240870" y="6192327"/>
                    <a:pt x="938355" y="6098252"/>
                    <a:pt x="182519" y="5980523"/>
                  </a:cubicBezTo>
                  <a:cubicBezTo>
                    <a:pt x="36903" y="5962480"/>
                    <a:pt x="0" y="5830059"/>
                    <a:pt x="0" y="5737652"/>
                  </a:cubicBezTo>
                  <a:cubicBezTo>
                    <a:pt x="231402" y="4134973"/>
                    <a:pt x="105336" y="2138929"/>
                    <a:pt x="143436" y="167319"/>
                  </a:cubicBezTo>
                  <a:cubicBezTo>
                    <a:pt x="143436" y="74912"/>
                    <a:pt x="217878" y="0"/>
                    <a:pt x="309706" y="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44C5B4-CF6B-5B99-3110-39BD522E7669}"/>
              </a:ext>
            </a:extLst>
          </p:cNvPr>
          <p:cNvGrpSpPr/>
          <p:nvPr/>
        </p:nvGrpSpPr>
        <p:grpSpPr>
          <a:xfrm>
            <a:off x="4310793" y="376470"/>
            <a:ext cx="302386" cy="570932"/>
            <a:chOff x="517612" y="111418"/>
            <a:chExt cx="302386" cy="570932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882BBE30-5AAE-8F07-E695-749313DAFC1E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E92C40F-B7E9-215D-2F25-DC7F1046347D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EBD35A85-0BFB-9286-AD5A-F39992CD6648}"/>
              </a:ext>
            </a:extLst>
          </p:cNvPr>
          <p:cNvGrpSpPr/>
          <p:nvPr/>
        </p:nvGrpSpPr>
        <p:grpSpPr>
          <a:xfrm>
            <a:off x="4777524" y="376470"/>
            <a:ext cx="302386" cy="570932"/>
            <a:chOff x="517612" y="111418"/>
            <a:chExt cx="302386" cy="570932"/>
          </a:xfrm>
        </p:grpSpPr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0B3F0F73-0475-D006-078F-13EEB6720C5E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283106A6-4339-2DCF-6508-DDB00C775628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893320D-191A-6280-8826-E8206207CAA1}"/>
              </a:ext>
            </a:extLst>
          </p:cNvPr>
          <p:cNvGrpSpPr/>
          <p:nvPr/>
        </p:nvGrpSpPr>
        <p:grpSpPr>
          <a:xfrm>
            <a:off x="5244255" y="376470"/>
            <a:ext cx="302386" cy="570932"/>
            <a:chOff x="517612" y="111418"/>
            <a:chExt cx="302386" cy="570932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3428D00D-7BF9-268B-0969-DB27C4C9361B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F7F4D316-A834-E57D-06D3-5CCD762D666A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7D72FC3F-390E-B0EA-FEBE-3F3EB9ADB0B3}"/>
              </a:ext>
            </a:extLst>
          </p:cNvPr>
          <p:cNvGrpSpPr/>
          <p:nvPr/>
        </p:nvGrpSpPr>
        <p:grpSpPr>
          <a:xfrm>
            <a:off x="5710986" y="376470"/>
            <a:ext cx="302386" cy="570932"/>
            <a:chOff x="517612" y="111418"/>
            <a:chExt cx="302386" cy="570932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48265FA0-EFAF-B4C6-8E75-181FC918FF4C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C4E03477-461E-3822-CA54-6B67AB9D2EBB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CB5A3A7-3AE4-1DE4-2FD1-39FEDC605663}"/>
              </a:ext>
            </a:extLst>
          </p:cNvPr>
          <p:cNvGrpSpPr/>
          <p:nvPr/>
        </p:nvGrpSpPr>
        <p:grpSpPr>
          <a:xfrm>
            <a:off x="6177717" y="376470"/>
            <a:ext cx="302386" cy="570932"/>
            <a:chOff x="517612" y="111418"/>
            <a:chExt cx="302386" cy="570932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4DF44235-8834-B66C-689A-3D438789286B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098773A3-38ED-87B5-C7EF-DDC35FD0CC74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9685F018-3A3D-B2B8-7A24-2A03A0E8B914}"/>
              </a:ext>
            </a:extLst>
          </p:cNvPr>
          <p:cNvGrpSpPr/>
          <p:nvPr/>
        </p:nvGrpSpPr>
        <p:grpSpPr>
          <a:xfrm>
            <a:off x="6644448" y="376470"/>
            <a:ext cx="302386" cy="570932"/>
            <a:chOff x="517612" y="111418"/>
            <a:chExt cx="302386" cy="570932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522B87E-2978-AAA5-7848-CE2A2EC682F4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8F8A8A1B-BB8A-4BA5-8793-ED737D61CB9A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3964CB44-8F81-13E5-A9AB-8215EFD61E1B}"/>
              </a:ext>
            </a:extLst>
          </p:cNvPr>
          <p:cNvGrpSpPr/>
          <p:nvPr/>
        </p:nvGrpSpPr>
        <p:grpSpPr>
          <a:xfrm>
            <a:off x="7111179" y="376470"/>
            <a:ext cx="302386" cy="570932"/>
            <a:chOff x="517612" y="111418"/>
            <a:chExt cx="302386" cy="570932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DCA4CED4-D68F-A0BF-5397-6DC17C2CE867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자유형: 도형 32">
              <a:extLst>
                <a:ext uri="{FF2B5EF4-FFF2-40B4-BE49-F238E27FC236}">
                  <a16:creationId xmlns:a16="http://schemas.microsoft.com/office/drawing/2014/main" id="{C85FC119-D8D5-AF48-A885-759C4BFA639F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BE877331-6A91-7232-CFE9-6CA840C57DEA}"/>
              </a:ext>
            </a:extLst>
          </p:cNvPr>
          <p:cNvSpPr txBox="1"/>
          <p:nvPr/>
        </p:nvSpPr>
        <p:spPr>
          <a:xfrm>
            <a:off x="2903907" y="2546115"/>
            <a:ext cx="540019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u="none" strike="noStrike" kern="0" cap="none" spc="0" normalizeH="0" baseline="0" noProof="0" dirty="0" smtClean="0">
                <a:ln w="952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ea typeface="휴먼둥근헤드라인" panose="02030504000101010101" pitchFamily="18" charset="-127"/>
              </a:rPr>
              <a:t>Verilog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1" u="none" strike="noStrike" kern="0" cap="none" spc="0" normalizeH="0" baseline="0" noProof="0" dirty="0" smtClean="0">
                <a:ln w="9525"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휴먼둥근헤드라인" panose="02030504000101010101" pitchFamily="18" charset="-127"/>
              </a:rPr>
              <a:t>         </a:t>
            </a:r>
            <a:r>
              <a:rPr kumimoji="0" lang="en-US" altLang="ko-KR" sz="4000" b="1" u="none" strike="noStrike" kern="0" cap="none" spc="0" normalizeH="0" baseline="0" noProof="0" dirty="0" err="1" smtClean="0">
                <a:ln w="9525"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휴먼둥근헤드라인" panose="02030504000101010101" pitchFamily="18" charset="-127"/>
              </a:rPr>
              <a:t>SystemVerilog</a:t>
            </a:r>
            <a:endParaRPr kumimoji="0" lang="en-US" altLang="ko-KR" sz="4000" b="1" u="none" strike="noStrike" kern="0" cap="none" spc="0" normalizeH="0" baseline="0" noProof="0" dirty="0" smtClean="0">
              <a:ln w="9525">
                <a:noFill/>
              </a:ln>
              <a:solidFill>
                <a:srgbClr val="FF0000"/>
              </a:solidFill>
              <a:effectLst/>
              <a:uLnTx/>
              <a:uFillTx/>
              <a:ea typeface="휴먼둥근헤드라인" panose="02030504000101010101" pitchFamily="18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624DCF9-275E-2183-FEA4-88B1AA6D6AEC}"/>
              </a:ext>
            </a:extLst>
          </p:cNvPr>
          <p:cNvGrpSpPr/>
          <p:nvPr/>
        </p:nvGrpSpPr>
        <p:grpSpPr>
          <a:xfrm>
            <a:off x="7577911" y="376470"/>
            <a:ext cx="302386" cy="570932"/>
            <a:chOff x="517612" y="111418"/>
            <a:chExt cx="302386" cy="570932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5D74B6D8-78AF-1791-1234-B8F0ED45B062}"/>
                </a:ext>
              </a:extLst>
            </p:cNvPr>
            <p:cNvSpPr/>
            <p:nvPr/>
          </p:nvSpPr>
          <p:spPr>
            <a:xfrm>
              <a:off x="571776" y="480219"/>
              <a:ext cx="202131" cy="202131"/>
            </a:xfrm>
            <a:prstGeom prst="ellipse">
              <a:avLst/>
            </a:prstGeom>
            <a:solidFill>
              <a:srgbClr val="BDCDC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5F3C271F-1954-3C51-B07B-122697DCF3CC}"/>
                </a:ext>
              </a:extLst>
            </p:cNvPr>
            <p:cNvSpPr/>
            <p:nvPr/>
          </p:nvSpPr>
          <p:spPr>
            <a:xfrm>
              <a:off x="517612" y="111418"/>
              <a:ext cx="302386" cy="513679"/>
            </a:xfrm>
            <a:custGeom>
              <a:avLst/>
              <a:gdLst>
                <a:gd name="connsiteX0" fmla="*/ 156963 w 321117"/>
                <a:gd name="connsiteY0" fmla="*/ 70 h 545498"/>
                <a:gd name="connsiteX1" fmla="*/ 321117 w 321117"/>
                <a:gd name="connsiteY1" fmla="*/ 272420 h 545498"/>
                <a:gd name="connsiteX2" fmla="*/ 199568 w 321117"/>
                <a:gd name="connsiteY2" fmla="*/ 274959 h 545498"/>
                <a:gd name="connsiteX3" fmla="*/ 158553 w 321117"/>
                <a:gd name="connsiteY3" fmla="*/ 121768 h 545498"/>
                <a:gd name="connsiteX4" fmla="*/ 121560 w 321117"/>
                <a:gd name="connsiteY4" fmla="*/ 275978 h 545498"/>
                <a:gd name="connsiteX5" fmla="*/ 160167 w 321117"/>
                <a:gd name="connsiteY5" fmla="*/ 429977 h 545498"/>
                <a:gd name="connsiteX6" fmla="*/ 160160 w 321117"/>
                <a:gd name="connsiteY6" fmla="*/ 432723 h 545498"/>
                <a:gd name="connsiteX7" fmla="*/ 179468 w 321117"/>
                <a:gd name="connsiteY7" fmla="*/ 440721 h 545498"/>
                <a:gd name="connsiteX8" fmla="*/ 197445 w 321117"/>
                <a:gd name="connsiteY8" fmla="*/ 484121 h 545498"/>
                <a:gd name="connsiteX9" fmla="*/ 136068 w 321117"/>
                <a:gd name="connsiteY9" fmla="*/ 545498 h 545498"/>
                <a:gd name="connsiteX10" fmla="*/ 97711 w 321117"/>
                <a:gd name="connsiteY10" fmla="*/ 529610 h 545498"/>
                <a:gd name="connsiteX11" fmla="*/ 97702 w 321117"/>
                <a:gd name="connsiteY11" fmla="*/ 529607 h 545498"/>
                <a:gd name="connsiteX12" fmla="*/ 97701 w 321117"/>
                <a:gd name="connsiteY12" fmla="*/ 529606 h 545498"/>
                <a:gd name="connsiteX13" fmla="*/ 92668 w 321117"/>
                <a:gd name="connsiteY13" fmla="*/ 527521 h 545498"/>
                <a:gd name="connsiteX14" fmla="*/ 85388 w 321117"/>
                <a:gd name="connsiteY14" fmla="*/ 516724 h 545498"/>
                <a:gd name="connsiteX15" fmla="*/ 58291 w 321117"/>
                <a:gd name="connsiteY15" fmla="*/ 488375 h 545498"/>
                <a:gd name="connsiteX16" fmla="*/ 0 w 321117"/>
                <a:gd name="connsiteY16" fmla="*/ 276614 h 545498"/>
                <a:gd name="connsiteX17" fmla="*/ 156963 w 321117"/>
                <a:gd name="connsiteY17" fmla="*/ 70 h 54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1117" h="545498">
                  <a:moveTo>
                    <a:pt x="156963" y="70"/>
                  </a:moveTo>
                  <a:cubicBezTo>
                    <a:pt x="246263" y="-3370"/>
                    <a:pt x="320031" y="119020"/>
                    <a:pt x="321117" y="272420"/>
                  </a:cubicBezTo>
                  <a:lnTo>
                    <a:pt x="199568" y="274959"/>
                  </a:lnTo>
                  <a:cubicBezTo>
                    <a:pt x="199450" y="186989"/>
                    <a:pt x="180774" y="117231"/>
                    <a:pt x="158553" y="121768"/>
                  </a:cubicBezTo>
                  <a:cubicBezTo>
                    <a:pt x="137801" y="126005"/>
                    <a:pt x="121533" y="193822"/>
                    <a:pt x="121560" y="275978"/>
                  </a:cubicBezTo>
                  <a:cubicBezTo>
                    <a:pt x="121588" y="360454"/>
                    <a:pt x="138802" y="429116"/>
                    <a:pt x="160167" y="429977"/>
                  </a:cubicBezTo>
                  <a:lnTo>
                    <a:pt x="160160" y="432723"/>
                  </a:lnTo>
                  <a:lnTo>
                    <a:pt x="179468" y="440721"/>
                  </a:lnTo>
                  <a:cubicBezTo>
                    <a:pt x="190575" y="451828"/>
                    <a:pt x="197445" y="467172"/>
                    <a:pt x="197445" y="484121"/>
                  </a:cubicBezTo>
                  <a:cubicBezTo>
                    <a:pt x="197445" y="518019"/>
                    <a:pt x="169966" y="545498"/>
                    <a:pt x="136068" y="545498"/>
                  </a:cubicBezTo>
                  <a:lnTo>
                    <a:pt x="97711" y="529610"/>
                  </a:lnTo>
                  <a:lnTo>
                    <a:pt x="97702" y="529607"/>
                  </a:lnTo>
                  <a:lnTo>
                    <a:pt x="97701" y="529606"/>
                  </a:lnTo>
                  <a:lnTo>
                    <a:pt x="92668" y="527521"/>
                  </a:lnTo>
                  <a:lnTo>
                    <a:pt x="85388" y="516724"/>
                  </a:lnTo>
                  <a:lnTo>
                    <a:pt x="58291" y="488375"/>
                  </a:lnTo>
                  <a:cubicBezTo>
                    <a:pt x="22802" y="437958"/>
                    <a:pt x="152" y="361833"/>
                    <a:pt x="0" y="276614"/>
                  </a:cubicBezTo>
                  <a:cubicBezTo>
                    <a:pt x="-267" y="126393"/>
                    <a:pt x="69520" y="3439"/>
                    <a:pt x="156963" y="70"/>
                  </a:cubicBezTo>
                  <a:close/>
                </a:path>
              </a:pathLst>
            </a:custGeom>
            <a:solidFill>
              <a:srgbClr val="FEBD63"/>
            </a:solidFill>
            <a:ln w="50800" cap="rnd">
              <a:solidFill>
                <a:schemeClr val="tx1">
                  <a:lumMod val="85000"/>
                  <a:lumOff val="1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FDA0B063-3805-2F4C-AAB2-1BA537DD048B}"/>
              </a:ext>
            </a:extLst>
          </p:cNvPr>
          <p:cNvSpPr/>
          <p:nvPr/>
        </p:nvSpPr>
        <p:spPr>
          <a:xfrm>
            <a:off x="4090981" y="6452502"/>
            <a:ext cx="4173471" cy="224117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057" y="5486400"/>
            <a:ext cx="2034019" cy="119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2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8980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8061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</a:t>
            </a:r>
            <a:r>
              <a:rPr lang="en-US" altLang="ko-KR" sz="2000" i="1" kern="0" dirty="0" err="1" smtClean="0">
                <a:ln w="9525">
                  <a:noFill/>
                </a:ln>
                <a:solidFill>
                  <a:schemeClr val="accent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Systemverilog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 </a:t>
            </a: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Verification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51" y="1467480"/>
            <a:ext cx="7017090" cy="3868534"/>
          </a:xfrm>
          <a:prstGeom prst="rect">
            <a:avLst/>
          </a:prstGeom>
        </p:spPr>
      </p:pic>
      <p:pic>
        <p:nvPicPr>
          <p:cNvPr id="117" name="그림 1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789" y="3191461"/>
            <a:ext cx="4143953" cy="200052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93972" y="2338121"/>
            <a:ext cx="1165860" cy="9296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5" idx="3"/>
            <a:endCxn id="117" idx="1"/>
          </p:cNvCxnSpPr>
          <p:nvPr/>
        </p:nvCxnSpPr>
        <p:spPr>
          <a:xfrm>
            <a:off x="2059832" y="2802941"/>
            <a:ext cx="5333957" cy="13887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18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8980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8061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</a:t>
            </a:r>
            <a:r>
              <a:rPr kumimoji="0" lang="en-US" altLang="ko-KR" sz="2000" b="0" i="1" u="none" strike="noStrike" kern="0" cap="none" spc="0" normalizeH="0" baseline="0" noProof="0" dirty="0" err="1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Systemverilog</a:t>
            </a: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 Verification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117" name="그림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340" y="1450874"/>
            <a:ext cx="4640897" cy="25585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150" y="4489468"/>
            <a:ext cx="2476846" cy="134321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7387" y="4491530"/>
            <a:ext cx="2217647" cy="134114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431" y="741241"/>
            <a:ext cx="4334230" cy="259253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945" y="3428117"/>
            <a:ext cx="4340751" cy="3001278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497416" y="3310911"/>
            <a:ext cx="4536005" cy="64769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/>
          <p:cNvSpPr/>
          <p:nvPr/>
        </p:nvSpPr>
        <p:spPr>
          <a:xfrm>
            <a:off x="5004255" y="2245114"/>
            <a:ext cx="398410" cy="4295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/>
          <p:cNvSpPr/>
          <p:nvPr/>
        </p:nvSpPr>
        <p:spPr>
          <a:xfrm>
            <a:off x="4803206" y="1768185"/>
            <a:ext cx="789873" cy="13864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꺾인 연결선 17"/>
          <p:cNvCxnSpPr>
            <a:stCxn id="119" idx="0"/>
            <a:endCxn id="12" idx="1"/>
          </p:cNvCxnSpPr>
          <p:nvPr/>
        </p:nvCxnSpPr>
        <p:spPr>
          <a:xfrm rot="16200000" flipH="1">
            <a:off x="5706626" y="1259701"/>
            <a:ext cx="269321" cy="1286288"/>
          </a:xfrm>
          <a:prstGeom prst="bentConnector4">
            <a:avLst>
              <a:gd name="adj1" fmla="val -84880"/>
              <a:gd name="adj2" fmla="val 6535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18" idx="2"/>
            <a:endCxn id="8" idx="0"/>
          </p:cNvCxnSpPr>
          <p:nvPr/>
        </p:nvCxnSpPr>
        <p:spPr>
          <a:xfrm rot="5400000">
            <a:off x="4226381" y="3514451"/>
            <a:ext cx="1816910" cy="137249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stCxn id="14" idx="1"/>
            <a:endCxn id="5" idx="0"/>
          </p:cNvCxnSpPr>
          <p:nvPr/>
        </p:nvCxnSpPr>
        <p:spPr>
          <a:xfrm rot="10800000" flipH="1" flipV="1">
            <a:off x="1497415" y="3634760"/>
            <a:ext cx="1079157" cy="854708"/>
          </a:xfrm>
          <a:prstGeom prst="bentConnector4">
            <a:avLst>
              <a:gd name="adj1" fmla="val -21183"/>
              <a:gd name="adj2" fmla="val 689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067978" y="683988"/>
            <a:ext cx="273499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Virtual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adder_interfac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adder_if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라는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Pointer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생성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함수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This =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Testbench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interfac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포인터를 연결하게 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실행하면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랜덤함수를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신행하고 포인터의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에서 만든 값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021521" y="4155034"/>
            <a:ext cx="273499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Adder 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adder interface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tb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라는 이름으로 실체화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Generator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는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gen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으로 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Adder Module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와 연결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</a:t>
            </a:r>
            <a:r>
              <a:rPr lang="ko-KR" altLang="en-US" sz="1100" b="1" dirty="0">
                <a:solidFill>
                  <a:srgbClr val="FF0000"/>
                </a:solidFill>
              </a:rPr>
              <a:t>에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함수를 호출해서 실체화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100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번 실행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1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8980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8061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UART Loop(</a:t>
            </a:r>
            <a:r>
              <a:rPr lang="en-US" altLang="ko-KR" sz="2000" i="1" kern="0" dirty="0" err="1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Continous</a:t>
            </a:r>
            <a:r>
              <a:rPr lang="en-US" altLang="ko-KR" sz="2000" i="1" kern="0" dirty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data excepted first data) 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428629" y="4626313"/>
            <a:ext cx="3872072" cy="854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와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B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연산에 따른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Sum, Carry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값 확인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몇 개의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Data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만 확인 →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Sum, Carry Correct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35" y="1221228"/>
            <a:ext cx="11012324" cy="327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2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10" y="2009577"/>
            <a:ext cx="3429479" cy="283884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939" y="1898092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022110" y="963262"/>
            <a:ext cx="1226659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Logic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19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3"/>
            <a:ext cx="5724329" cy="42423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960126" y="5002148"/>
            <a:ext cx="2734999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Environment’s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env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생성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Interface Instance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adder_sub_interface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Adder Module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와 연결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Env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통해 동적 할당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실행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7103" y="1953834"/>
            <a:ext cx="5219494" cy="2950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74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66081" y="2038120"/>
            <a:ext cx="2680515" cy="21152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4"/>
            <a:ext cx="5222341" cy="4667845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257580" y="3519848"/>
            <a:ext cx="2734999" cy="339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Generator, Driver, Mailbox’s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gen,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drv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gen2drv_mbox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생성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함수를 통해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인스턴스화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진행하고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인자인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Virtual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은 동적 연결을 위해서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adder_sub_intf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타입의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에서 외부 인자를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받아옴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인자는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Mailbox,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drv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인자는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Mailbox,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외부 인자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Task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정의하는데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Reset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후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과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drv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병렬로 실행하는데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Join_none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이므로 누군가하나가 끝나면 종료</a:t>
            </a:r>
            <a:endParaRPr lang="en-US" altLang="ko-KR" sz="11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75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52512" y="2666081"/>
            <a:ext cx="352540" cy="198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382" y="4195589"/>
            <a:ext cx="5183181" cy="675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5"/>
            <a:ext cx="5980073" cy="277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8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99071" y="2184171"/>
            <a:ext cx="852330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7" y="1654579"/>
            <a:ext cx="6088256" cy="237759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910004" y="4032173"/>
            <a:ext cx="4149049" cy="2377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Transaction, Mailbox’s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gen2drv_mbox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함수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실행시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외부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gen2drv_mbox_arg(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외부 데이터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받아와서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Generator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gen2drv_mbox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연결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함수의 인자는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Count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받고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Run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실행시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Class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동적할당하고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Transaction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rand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키워드를 가진 변수는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Random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값을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생성시켜줌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Generator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Trasaction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동적 할당한 후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mail_box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통해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driver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에게 주소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포인터 전달 </a:t>
            </a:r>
            <a:endParaRPr lang="en-US" altLang="ko-KR" sz="11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494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016656" y="3280279"/>
            <a:ext cx="852330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4"/>
            <a:ext cx="5471594" cy="394058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042951" y="3671344"/>
            <a:ext cx="4149049" cy="339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Virtual Interface, Mailbox’s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adder_sub_if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gen2drv_mbox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함수가 실행되면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Driver’s Virtual 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와 </a:t>
            </a:r>
            <a:r>
              <a:rPr lang="ko-KR" altLang="en-US" sz="1100" b="1" dirty="0">
                <a:solidFill>
                  <a:srgbClr val="FF0000"/>
                </a:solidFill>
              </a:rPr>
              <a:t>외부 </a:t>
            </a:r>
            <a:r>
              <a:rPr lang="en-US" altLang="ko-KR" sz="1100" b="1" dirty="0">
                <a:solidFill>
                  <a:srgbClr val="FF0000"/>
                </a:solidFill>
              </a:rPr>
              <a:t>gen2drv_mbox_arg(</a:t>
            </a:r>
            <a:r>
              <a:rPr lang="ko-KR" altLang="en-US" sz="1100" b="1" dirty="0">
                <a:solidFill>
                  <a:srgbClr val="FF0000"/>
                </a:solidFill>
              </a:rPr>
              <a:t>외부 데이터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를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받아와서 연결하고 외부 </a:t>
            </a:r>
            <a:r>
              <a:rPr lang="en-US" altLang="ko-KR" sz="1100" b="1" dirty="0">
                <a:solidFill>
                  <a:srgbClr val="FF0000"/>
                </a:solidFill>
              </a:rPr>
              <a:t>gen2drv_mbox_arg(</a:t>
            </a:r>
            <a:r>
              <a:rPr lang="ko-KR" altLang="en-US" sz="1100" b="1" dirty="0">
                <a:solidFill>
                  <a:srgbClr val="FF0000"/>
                </a:solidFill>
              </a:rPr>
              <a:t>외부 데이터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를 받아와서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Driver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100" b="1" dirty="0">
                <a:solidFill>
                  <a:srgbClr val="FF0000"/>
                </a:solidFill>
              </a:rPr>
              <a:t>gen2drv_mbox</a:t>
            </a:r>
            <a:r>
              <a:rPr lang="ko-KR" altLang="en-US" sz="1100" b="1" dirty="0">
                <a:solidFill>
                  <a:srgbClr val="FF0000"/>
                </a:solidFill>
              </a:rPr>
              <a:t>에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연결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함수가 실행되면 계속 실행되는데 이미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Generator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transaction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실행시켰으므로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tr_drive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만 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err="1">
                <a:solidFill>
                  <a:srgbClr val="FF0000"/>
                </a:solidFill>
              </a:rPr>
              <a:t>mail_box</a:t>
            </a:r>
            <a:r>
              <a:rPr lang="ko-KR" altLang="en-US" sz="1100" b="1" dirty="0">
                <a:solidFill>
                  <a:srgbClr val="FF0000"/>
                </a:solidFill>
              </a:rPr>
              <a:t>를 통해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주소</a:t>
            </a:r>
            <a:r>
              <a:rPr lang="en-US" altLang="ko-KR" sz="1100" b="1" dirty="0">
                <a:solidFill>
                  <a:srgbClr val="FF0000"/>
                </a:solidFill>
              </a:rPr>
              <a:t>, </a:t>
            </a:r>
            <a:r>
              <a:rPr lang="ko-KR" altLang="en-US" sz="1100" b="1" dirty="0">
                <a:solidFill>
                  <a:srgbClr val="FF0000"/>
                </a:solidFill>
              </a:rPr>
              <a:t>포인터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전달하고 인터페이스를 통해 외부 데이터의 주소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포인터도 전달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Reset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시에는 외부 데이터가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0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으로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27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8980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8061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Adder Verification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7" y="1188947"/>
            <a:ext cx="11209818" cy="132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501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939" y="1898092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022110" y="963262"/>
            <a:ext cx="1226659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Logic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111" y="1739185"/>
            <a:ext cx="3712416" cy="358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3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7103" y="1953834"/>
            <a:ext cx="5219494" cy="2950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4"/>
            <a:ext cx="5315692" cy="440116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9048585" y="4488342"/>
            <a:ext cx="27349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Environment’s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env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생성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reg_interface’s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Instace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=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reg_interface_tb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Register File Module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와 연결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Clk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Interface Instance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통해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err="1" smtClean="0">
                <a:solidFill>
                  <a:srgbClr val="FF0000"/>
                </a:solidFill>
              </a:rPr>
              <a:t>Env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통해 동적 할당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실행</a:t>
            </a: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58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666081" y="2038120"/>
            <a:ext cx="2680515" cy="21152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359" y="1618634"/>
            <a:ext cx="4420217" cy="426779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952780" y="3207546"/>
            <a:ext cx="2734999" cy="339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Generator, Driver, Mailbox’s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gen,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drv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gen2drv_mbox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생성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함수를 통해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인스턴스화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진행하고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인자인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Virtual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은 동적 연결을 위해서</a:t>
            </a:r>
            <a:r>
              <a:rPr lang="en-US" altLang="ko-KR" sz="1100" b="1" dirty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reg_interface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타입의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에서 외부 인자를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받아옴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인자는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Mailbox,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drv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인자는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Mailbox,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외부 인자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Task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정의하는데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Reset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후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과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drv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병렬로 실행하는데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Join_any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이므로 하나라도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끝나면 다음으로 넘어감</a:t>
            </a:r>
            <a:endParaRPr lang="en-US" altLang="ko-KR" sz="11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73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252512" y="2666081"/>
            <a:ext cx="352540" cy="198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41382" y="4195589"/>
            <a:ext cx="5183181" cy="6755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4"/>
            <a:ext cx="385816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4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99071" y="2184171"/>
            <a:ext cx="852330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4"/>
            <a:ext cx="5525271" cy="383911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7794172" y="4268958"/>
            <a:ext cx="4264882" cy="23775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Transaction, Mailbox, Virtual Interface’s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gen2drv_mbox,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reg_if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100" b="1" dirty="0" smtClean="0">
                <a:solidFill>
                  <a:srgbClr val="FF0000"/>
                </a:solidFill>
              </a:rPr>
              <a:t>함수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실행시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외부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gen2drv_mbox_arg(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외부 데이터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받아와서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Generator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gen2drv_mbox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연결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함수의 인자는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Count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로 받고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Run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실행시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Class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동적할당하고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Transaction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rand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키워드를 가진 변수는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Random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값을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생성시켜주는데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Error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발생시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Error!!! display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Generator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가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Trasaction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동적 할당한 후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mail_box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통해 주소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포인터 전달 </a:t>
            </a:r>
            <a:endParaRPr lang="en-US" altLang="ko-KR" sz="11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88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8D98D-10A4-3617-1475-ABE42D987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68B8E10-6528-656B-4CA6-3AEE4903F11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5473700" cy="6858000"/>
            <a:chOff x="0" y="0"/>
            <a:chExt cx="2162449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D73586F-AB57-BACF-094F-343C1D213A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162449" cy="2709333"/>
            </a:xfrm>
            <a:custGeom>
              <a:avLst/>
              <a:gdLst/>
              <a:ahLst/>
              <a:cxnLst/>
              <a:rect l="l" t="t" r="r" b="b"/>
              <a:pathLst>
                <a:path w="2162449" h="2709333">
                  <a:moveTo>
                    <a:pt x="0" y="0"/>
                  </a:moveTo>
                  <a:lnTo>
                    <a:pt x="2162449" y="0"/>
                  </a:lnTo>
                  <a:lnTo>
                    <a:pt x="216244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CFE0F7"/>
            </a:solidFill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761A010-621A-CF17-CF96-8D140F25184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2162449" cy="27569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3" y="1953834"/>
            <a:ext cx="5219494" cy="2950331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127103" y="879970"/>
            <a:ext cx="228295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err="1" smtClean="0">
                <a:solidFill>
                  <a:srgbClr val="0070C0"/>
                </a:solidFill>
              </a:rPr>
              <a:t>Testbench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5970796" y="963262"/>
            <a:ext cx="2215672" cy="655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 smtClean="0">
                <a:solidFill>
                  <a:srgbClr val="0070C0"/>
                </a:solidFill>
              </a:rPr>
              <a:t>Code</a:t>
            </a:r>
            <a:endParaRPr lang="en-US" altLang="ko-KR" sz="2800" b="1" dirty="0">
              <a:solidFill>
                <a:srgbClr val="0070C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016656" y="3280279"/>
            <a:ext cx="852330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96" y="1618634"/>
            <a:ext cx="5234256" cy="402345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042951" y="3671344"/>
            <a:ext cx="4149049" cy="2885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Transaction, Virtual Interface, Mailbox’s Handler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인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reg_if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gen2drv_mbox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선언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New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함수가 실행되면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Driver’s Virtual 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와 </a:t>
            </a:r>
            <a:r>
              <a:rPr lang="ko-KR" altLang="en-US" sz="1100" b="1" dirty="0">
                <a:solidFill>
                  <a:srgbClr val="FF0000"/>
                </a:solidFill>
              </a:rPr>
              <a:t>외부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reg_if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</a:rPr>
              <a:t>외부 데이터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를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받아와서 연결하고 외부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gen2drv_mbox (</a:t>
            </a:r>
            <a:r>
              <a:rPr lang="ko-KR" altLang="en-US" sz="1100" b="1" dirty="0">
                <a:solidFill>
                  <a:srgbClr val="FF0000"/>
                </a:solidFill>
              </a:rPr>
              <a:t>외부 데이터</a:t>
            </a:r>
            <a:r>
              <a:rPr lang="en-US" altLang="ko-KR" sz="1100" b="1" dirty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를 받아와서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Driver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1100" b="1" dirty="0">
                <a:solidFill>
                  <a:srgbClr val="FF0000"/>
                </a:solidFill>
              </a:rPr>
              <a:t>gen2drv_mbox</a:t>
            </a:r>
            <a:r>
              <a:rPr lang="ko-KR" altLang="en-US" sz="1100" b="1" dirty="0">
                <a:solidFill>
                  <a:srgbClr val="FF0000"/>
                </a:solidFill>
              </a:rPr>
              <a:t>에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연결</a:t>
            </a:r>
            <a:endParaRPr lang="en-US" altLang="ko-KR" sz="1100" b="1" dirty="0" smtClean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Run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함수가 실행되면 계속 실행되는데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을 통해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Mailbox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의 </a:t>
            </a:r>
            <a:r>
              <a:rPr lang="ko-KR" altLang="en-US" sz="1100" b="1" dirty="0" err="1" smtClean="0">
                <a:solidFill>
                  <a:srgbClr val="FF0000"/>
                </a:solidFill>
              </a:rPr>
              <a:t>즈소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, 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포인터를 가져오고 외부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Interface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를 통해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trasaction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w_en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과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wdata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In</a:t>
            </a: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en-US" altLang="ko-KR" sz="1100" b="1" dirty="0" smtClean="0">
                <a:solidFill>
                  <a:srgbClr val="FF0000"/>
                </a:solidFill>
              </a:rPr>
              <a:t>Reset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시에는 외부 데이터가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0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으로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In, 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Rst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 = 1 In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1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78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5BB9-C906-00CB-C11F-3E8BBBF1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82555E43-3228-2EC0-F4BA-540DA0A3F658}"/>
              </a:ext>
            </a:extLst>
          </p:cNvPr>
          <p:cNvGrpSpPr/>
          <p:nvPr/>
        </p:nvGrpSpPr>
        <p:grpSpPr>
          <a:xfrm>
            <a:off x="20203" y="89807"/>
            <a:ext cx="12013351" cy="6619582"/>
            <a:chOff x="70875" y="111418"/>
            <a:chExt cx="12013351" cy="6619582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C109131-D6E3-317C-F7F1-FF2AEC6C0916}"/>
                </a:ext>
              </a:extLst>
            </p:cNvPr>
            <p:cNvSpPr/>
            <p:nvPr/>
          </p:nvSpPr>
          <p:spPr>
            <a:xfrm>
              <a:off x="276226" y="482600"/>
              <a:ext cx="11808000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2AE27E99-DAC1-D632-EAFE-67B63DCAD797}"/>
                </a:ext>
              </a:extLst>
            </p:cNvPr>
            <p:cNvSpPr/>
            <p:nvPr/>
          </p:nvSpPr>
          <p:spPr>
            <a:xfrm>
              <a:off x="214312" y="368300"/>
              <a:ext cx="11739563" cy="6248400"/>
            </a:xfrm>
            <a:prstGeom prst="roundRect">
              <a:avLst>
                <a:gd name="adj" fmla="val 2661"/>
              </a:avLst>
            </a:pr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96983A9E-B5CA-AB61-4221-881DF98B222E}"/>
                </a:ext>
              </a:extLst>
            </p:cNvPr>
            <p:cNvSpPr/>
            <p:nvPr/>
          </p:nvSpPr>
          <p:spPr>
            <a:xfrm>
              <a:off x="242886" y="6221619"/>
              <a:ext cx="3014799" cy="376880"/>
            </a:xfrm>
            <a:custGeom>
              <a:avLst/>
              <a:gdLst>
                <a:gd name="connsiteX0" fmla="*/ 1460775 w 3014799"/>
                <a:gd name="connsiteY0" fmla="*/ 47 h 376880"/>
                <a:gd name="connsiteX1" fmla="*/ 1760812 w 3014799"/>
                <a:gd name="connsiteY1" fmla="*/ 14930 h 376880"/>
                <a:gd name="connsiteX2" fmla="*/ 2913337 w 3014799"/>
                <a:gd name="connsiteY2" fmla="*/ 300680 h 376880"/>
                <a:gd name="connsiteX3" fmla="*/ 2972543 w 3014799"/>
                <a:gd name="connsiteY3" fmla="*/ 340668 h 376880"/>
                <a:gd name="connsiteX4" fmla="*/ 3014799 w 3014799"/>
                <a:gd name="connsiteY4" fmla="*/ 376880 h 376880"/>
                <a:gd name="connsiteX5" fmla="*/ 160194 w 3014799"/>
                <a:gd name="connsiteY5" fmla="*/ 376880 h 376880"/>
                <a:gd name="connsiteX6" fmla="*/ 6991 w 3014799"/>
                <a:gd name="connsiteY6" fmla="*/ 275330 h 376880"/>
                <a:gd name="connsiteX7" fmla="*/ 0 w 3014799"/>
                <a:gd name="connsiteY7" fmla="*/ 240707 h 376880"/>
                <a:gd name="connsiteX8" fmla="*/ 46312 w 3014799"/>
                <a:gd name="connsiteY8" fmla="*/ 224480 h 376880"/>
                <a:gd name="connsiteX9" fmla="*/ 332062 w 3014799"/>
                <a:gd name="connsiteY9" fmla="*/ 253055 h 376880"/>
                <a:gd name="connsiteX10" fmla="*/ 646387 w 3014799"/>
                <a:gd name="connsiteY10" fmla="*/ 62555 h 376880"/>
                <a:gd name="connsiteX11" fmla="*/ 1460775 w 3014799"/>
                <a:gd name="connsiteY11" fmla="*/ 47 h 37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4799" h="376880">
                  <a:moveTo>
                    <a:pt x="1460775" y="47"/>
                  </a:moveTo>
                  <a:cubicBezTo>
                    <a:pt x="1564359" y="543"/>
                    <a:pt x="1666356" y="5008"/>
                    <a:pt x="1760812" y="14930"/>
                  </a:cubicBezTo>
                  <a:cubicBezTo>
                    <a:pt x="2138637" y="54617"/>
                    <a:pt x="2753000" y="202255"/>
                    <a:pt x="2913337" y="300680"/>
                  </a:cubicBezTo>
                  <a:cubicBezTo>
                    <a:pt x="2933379" y="312983"/>
                    <a:pt x="2953570" y="326452"/>
                    <a:pt x="2972543" y="340668"/>
                  </a:cubicBezTo>
                  <a:lnTo>
                    <a:pt x="3014799" y="376880"/>
                  </a:lnTo>
                  <a:lnTo>
                    <a:pt x="160194" y="376880"/>
                  </a:lnTo>
                  <a:cubicBezTo>
                    <a:pt x="91323" y="376880"/>
                    <a:pt x="32232" y="335007"/>
                    <a:pt x="6991" y="275330"/>
                  </a:cubicBezTo>
                  <a:lnTo>
                    <a:pt x="0" y="240707"/>
                  </a:lnTo>
                  <a:lnTo>
                    <a:pt x="46312" y="224480"/>
                  </a:lnTo>
                  <a:cubicBezTo>
                    <a:pt x="136799" y="186380"/>
                    <a:pt x="232050" y="280042"/>
                    <a:pt x="332062" y="253055"/>
                  </a:cubicBezTo>
                  <a:cubicBezTo>
                    <a:pt x="432074" y="226068"/>
                    <a:pt x="408262" y="102243"/>
                    <a:pt x="646387" y="62555"/>
                  </a:cubicBezTo>
                  <a:cubicBezTo>
                    <a:pt x="824981" y="32789"/>
                    <a:pt x="1150022" y="-1441"/>
                    <a:pt x="1460775" y="47"/>
                  </a:cubicBezTo>
                  <a:close/>
                </a:path>
              </a:pathLst>
            </a:custGeom>
            <a:solidFill>
              <a:srgbClr val="B9D9D4">
                <a:alpha val="55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사각형: 둥근 모서리 1">
              <a:extLst>
                <a:ext uri="{FF2B5EF4-FFF2-40B4-BE49-F238E27FC236}">
                  <a16:creationId xmlns:a16="http://schemas.microsoft.com/office/drawing/2014/main" id="{4316918E-E45C-7D7F-FA00-5EA376BB1819}"/>
                </a:ext>
              </a:extLst>
            </p:cNvPr>
            <p:cNvSpPr/>
            <p:nvPr/>
          </p:nvSpPr>
          <p:spPr>
            <a:xfrm>
              <a:off x="70875" y="368300"/>
              <a:ext cx="11882999" cy="6250823"/>
            </a:xfrm>
            <a:custGeom>
              <a:avLst/>
              <a:gdLst>
                <a:gd name="connsiteX0" fmla="*/ 0 w 11739563"/>
                <a:gd name="connsiteY0" fmla="*/ 166270 h 6248400"/>
                <a:gd name="connsiteX1" fmla="*/ 166270 w 11739563"/>
                <a:gd name="connsiteY1" fmla="*/ 0 h 6248400"/>
                <a:gd name="connsiteX2" fmla="*/ 11573293 w 11739563"/>
                <a:gd name="connsiteY2" fmla="*/ 0 h 6248400"/>
                <a:gd name="connsiteX3" fmla="*/ 11739563 w 11739563"/>
                <a:gd name="connsiteY3" fmla="*/ 166270 h 6248400"/>
                <a:gd name="connsiteX4" fmla="*/ 11739563 w 11739563"/>
                <a:gd name="connsiteY4" fmla="*/ 6082130 h 6248400"/>
                <a:gd name="connsiteX5" fmla="*/ 11573293 w 11739563"/>
                <a:gd name="connsiteY5" fmla="*/ 6248400 h 6248400"/>
                <a:gd name="connsiteX6" fmla="*/ 166270 w 11739563"/>
                <a:gd name="connsiteY6" fmla="*/ 6248400 h 6248400"/>
                <a:gd name="connsiteX7" fmla="*/ 0 w 11739563"/>
                <a:gd name="connsiteY7" fmla="*/ 6082130 h 6248400"/>
                <a:gd name="connsiteX8" fmla="*/ 0 w 11739563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73847 w 11847140"/>
                <a:gd name="connsiteY6" fmla="*/ 6248400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07577 w 11847140"/>
                <a:gd name="connsiteY0" fmla="*/ 166270 h 6248400"/>
                <a:gd name="connsiteX1" fmla="*/ 273847 w 11847140"/>
                <a:gd name="connsiteY1" fmla="*/ 0 h 6248400"/>
                <a:gd name="connsiteX2" fmla="*/ 11680870 w 11847140"/>
                <a:gd name="connsiteY2" fmla="*/ 0 h 6248400"/>
                <a:gd name="connsiteX3" fmla="*/ 11847140 w 11847140"/>
                <a:gd name="connsiteY3" fmla="*/ 166270 h 6248400"/>
                <a:gd name="connsiteX4" fmla="*/ 11847140 w 11847140"/>
                <a:gd name="connsiteY4" fmla="*/ 6082130 h 6248400"/>
                <a:gd name="connsiteX5" fmla="*/ 11680870 w 11847140"/>
                <a:gd name="connsiteY5" fmla="*/ 6248400 h 6248400"/>
                <a:gd name="connsiteX6" fmla="*/ 229023 w 11847140"/>
                <a:gd name="connsiteY6" fmla="*/ 6122894 h 6248400"/>
                <a:gd name="connsiteX7" fmla="*/ 0 w 11847140"/>
                <a:gd name="connsiteY7" fmla="*/ 5902836 h 6248400"/>
                <a:gd name="connsiteX8" fmla="*/ 107577 w 11847140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64882 w 11882999"/>
                <a:gd name="connsiteY6" fmla="*/ 612289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39376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211094 w 11882999"/>
                <a:gd name="connsiteY6" fmla="*/ 5800164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463565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48400"/>
                <a:gd name="connsiteX1" fmla="*/ 309706 w 11882999"/>
                <a:gd name="connsiteY1" fmla="*/ 0 h 6248400"/>
                <a:gd name="connsiteX2" fmla="*/ 11716729 w 11882999"/>
                <a:gd name="connsiteY2" fmla="*/ 0 h 6248400"/>
                <a:gd name="connsiteX3" fmla="*/ 11882999 w 11882999"/>
                <a:gd name="connsiteY3" fmla="*/ 166270 h 6248400"/>
                <a:gd name="connsiteX4" fmla="*/ 11882999 w 11882999"/>
                <a:gd name="connsiteY4" fmla="*/ 6082130 h 6248400"/>
                <a:gd name="connsiteX5" fmla="*/ 11716729 w 11882999"/>
                <a:gd name="connsiteY5" fmla="*/ 6248400 h 6248400"/>
                <a:gd name="connsiteX6" fmla="*/ 182519 w 11882999"/>
                <a:gd name="connsiteY6" fmla="*/ 5943039 h 6248400"/>
                <a:gd name="connsiteX7" fmla="*/ 0 w 11882999"/>
                <a:gd name="connsiteY7" fmla="*/ 5701690 h 6248400"/>
                <a:gd name="connsiteX8" fmla="*/ 143436 w 11882999"/>
                <a:gd name="connsiteY8" fmla="*/ 166270 h 6248400"/>
                <a:gd name="connsiteX0" fmla="*/ 143436 w 11882999"/>
                <a:gd name="connsiteY0" fmla="*/ 166270 h 6253265"/>
                <a:gd name="connsiteX1" fmla="*/ 309706 w 11882999"/>
                <a:gd name="connsiteY1" fmla="*/ 0 h 6253265"/>
                <a:gd name="connsiteX2" fmla="*/ 11716729 w 11882999"/>
                <a:gd name="connsiteY2" fmla="*/ 0 h 6253265"/>
                <a:gd name="connsiteX3" fmla="*/ 11882999 w 11882999"/>
                <a:gd name="connsiteY3" fmla="*/ 166270 h 6253265"/>
                <a:gd name="connsiteX4" fmla="*/ 11882999 w 11882999"/>
                <a:gd name="connsiteY4" fmla="*/ 6082130 h 6253265"/>
                <a:gd name="connsiteX5" fmla="*/ 11716729 w 11882999"/>
                <a:gd name="connsiteY5" fmla="*/ 6248400 h 6253265"/>
                <a:gd name="connsiteX6" fmla="*/ 182519 w 11882999"/>
                <a:gd name="connsiteY6" fmla="*/ 5943039 h 6253265"/>
                <a:gd name="connsiteX7" fmla="*/ 0 w 11882999"/>
                <a:gd name="connsiteY7" fmla="*/ 5701690 h 6253265"/>
                <a:gd name="connsiteX8" fmla="*/ 143436 w 11882999"/>
                <a:gd name="connsiteY8" fmla="*/ 166270 h 6253265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  <a:gd name="connsiteX0" fmla="*/ 143436 w 11882999"/>
                <a:gd name="connsiteY0" fmla="*/ 166270 h 6250823"/>
                <a:gd name="connsiteX1" fmla="*/ 309706 w 11882999"/>
                <a:gd name="connsiteY1" fmla="*/ 0 h 6250823"/>
                <a:gd name="connsiteX2" fmla="*/ 11716729 w 11882999"/>
                <a:gd name="connsiteY2" fmla="*/ 0 h 6250823"/>
                <a:gd name="connsiteX3" fmla="*/ 11882999 w 11882999"/>
                <a:gd name="connsiteY3" fmla="*/ 166270 h 6250823"/>
                <a:gd name="connsiteX4" fmla="*/ 11882999 w 11882999"/>
                <a:gd name="connsiteY4" fmla="*/ 6082130 h 6250823"/>
                <a:gd name="connsiteX5" fmla="*/ 11716729 w 11882999"/>
                <a:gd name="connsiteY5" fmla="*/ 6248400 h 6250823"/>
                <a:gd name="connsiteX6" fmla="*/ 182519 w 11882999"/>
                <a:gd name="connsiteY6" fmla="*/ 5943039 h 6250823"/>
                <a:gd name="connsiteX7" fmla="*/ 0 w 11882999"/>
                <a:gd name="connsiteY7" fmla="*/ 5701690 h 6250823"/>
                <a:gd name="connsiteX8" fmla="*/ 143436 w 11882999"/>
                <a:gd name="connsiteY8" fmla="*/ 166270 h 6250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82999" h="6250823">
                  <a:moveTo>
                    <a:pt x="143436" y="166270"/>
                  </a:moveTo>
                  <a:cubicBezTo>
                    <a:pt x="143436" y="74442"/>
                    <a:pt x="217878" y="0"/>
                    <a:pt x="309706" y="0"/>
                  </a:cubicBezTo>
                  <a:lnTo>
                    <a:pt x="11716729" y="0"/>
                  </a:lnTo>
                  <a:cubicBezTo>
                    <a:pt x="11808557" y="0"/>
                    <a:pt x="11882999" y="74442"/>
                    <a:pt x="11882999" y="166270"/>
                  </a:cubicBezTo>
                  <a:lnTo>
                    <a:pt x="11882999" y="6082130"/>
                  </a:lnTo>
                  <a:cubicBezTo>
                    <a:pt x="11882999" y="6173958"/>
                    <a:pt x="11808557" y="6248400"/>
                    <a:pt x="11716729" y="6248400"/>
                  </a:cubicBezTo>
                  <a:cubicBezTo>
                    <a:pt x="1442617" y="6270438"/>
                    <a:pt x="1455506" y="6140076"/>
                    <a:pt x="182519" y="5943039"/>
                  </a:cubicBezTo>
                  <a:cubicBezTo>
                    <a:pt x="36903" y="5925109"/>
                    <a:pt x="0" y="5793518"/>
                    <a:pt x="0" y="5701690"/>
                  </a:cubicBezTo>
                  <a:cubicBezTo>
                    <a:pt x="231402" y="4109056"/>
                    <a:pt x="105336" y="2125523"/>
                    <a:pt x="143436" y="166270"/>
                  </a:cubicBezTo>
                  <a:close/>
                </a:path>
              </a:pathLst>
            </a:custGeom>
            <a:solidFill>
              <a:schemeClr val="bg1"/>
            </a:solidFill>
            <a:ln w="508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C749728-FECA-57ED-8222-BCBB1FBF1307}"/>
                </a:ext>
              </a:extLst>
            </p:cNvPr>
            <p:cNvSpPr/>
            <p:nvPr/>
          </p:nvSpPr>
          <p:spPr>
            <a:xfrm>
              <a:off x="1894206" y="395149"/>
              <a:ext cx="10033473" cy="6193612"/>
            </a:xfrm>
            <a:custGeom>
              <a:avLst/>
              <a:gdLst>
                <a:gd name="connsiteX0" fmla="*/ 9934357 w 10033473"/>
                <a:gd name="connsiteY0" fmla="*/ 0 h 6236115"/>
                <a:gd name="connsiteX1" fmla="*/ 9984773 w 10033473"/>
                <a:gd name="connsiteY1" fmla="*/ 33992 h 6236115"/>
                <a:gd name="connsiteX2" fmla="*/ 10033473 w 10033473"/>
                <a:gd name="connsiteY2" fmla="*/ 151562 h 6236115"/>
                <a:gd name="connsiteX3" fmla="*/ 10033473 w 10033473"/>
                <a:gd name="connsiteY3" fmla="*/ 6067422 h 6236115"/>
                <a:gd name="connsiteX4" fmla="*/ 9867203 w 10033473"/>
                <a:gd name="connsiteY4" fmla="*/ 6233692 h 6236115"/>
                <a:gd name="connsiteX5" fmla="*/ 23715 w 10033473"/>
                <a:gd name="connsiteY5" fmla="*/ 6129711 h 6236115"/>
                <a:gd name="connsiteX6" fmla="*/ 0 w 10033473"/>
                <a:gd name="connsiteY6" fmla="*/ 6128174 h 6236115"/>
                <a:gd name="connsiteX7" fmla="*/ 79849 w 10033473"/>
                <a:gd name="connsiteY7" fmla="*/ 6100342 h 6236115"/>
                <a:gd name="connsiteX8" fmla="*/ 1927699 w 10033473"/>
                <a:gd name="connsiteY8" fmla="*/ 6043192 h 6236115"/>
                <a:gd name="connsiteX9" fmla="*/ 4080349 w 10033473"/>
                <a:gd name="connsiteY9" fmla="*/ 6119392 h 6236115"/>
                <a:gd name="connsiteX10" fmla="*/ 7623649 w 10033473"/>
                <a:gd name="connsiteY10" fmla="*/ 5986042 h 6236115"/>
                <a:gd name="connsiteX11" fmla="*/ 9014299 w 10033473"/>
                <a:gd name="connsiteY11" fmla="*/ 6100342 h 6236115"/>
                <a:gd name="connsiteX12" fmla="*/ 9681049 w 10033473"/>
                <a:gd name="connsiteY12" fmla="*/ 6005092 h 6236115"/>
                <a:gd name="connsiteX13" fmla="*/ 9947749 w 10033473"/>
                <a:gd name="connsiteY13" fmla="*/ 5852692 h 6236115"/>
                <a:gd name="connsiteX14" fmla="*/ 9814399 w 10033473"/>
                <a:gd name="connsiteY14" fmla="*/ 4500142 h 6236115"/>
                <a:gd name="connsiteX15" fmla="*/ 9871549 w 10033473"/>
                <a:gd name="connsiteY15" fmla="*/ 2385592 h 6236115"/>
                <a:gd name="connsiteX16" fmla="*/ 9947749 w 10033473"/>
                <a:gd name="connsiteY16" fmla="*/ 1071142 h 6236115"/>
                <a:gd name="connsiteX17" fmla="*/ 9833449 w 10033473"/>
                <a:gd name="connsiteY17" fmla="*/ 347242 h 6236115"/>
                <a:gd name="connsiteX18" fmla="*/ 9924737 w 10033473"/>
                <a:gd name="connsiteY18" fmla="*/ 4361 h 6236115"/>
                <a:gd name="connsiteX0" fmla="*/ 9934357 w 10033473"/>
                <a:gd name="connsiteY0" fmla="*/ 0 h 6233692"/>
                <a:gd name="connsiteX1" fmla="*/ 9980010 w 10033473"/>
                <a:gd name="connsiteY1" fmla="*/ 72092 h 6233692"/>
                <a:gd name="connsiteX2" fmla="*/ 10033473 w 10033473"/>
                <a:gd name="connsiteY2" fmla="*/ 151562 h 6233692"/>
                <a:gd name="connsiteX3" fmla="*/ 10033473 w 10033473"/>
                <a:gd name="connsiteY3" fmla="*/ 6067422 h 6233692"/>
                <a:gd name="connsiteX4" fmla="*/ 9867203 w 10033473"/>
                <a:gd name="connsiteY4" fmla="*/ 6233692 h 6233692"/>
                <a:gd name="connsiteX5" fmla="*/ 23715 w 10033473"/>
                <a:gd name="connsiteY5" fmla="*/ 6129711 h 6233692"/>
                <a:gd name="connsiteX6" fmla="*/ 0 w 10033473"/>
                <a:gd name="connsiteY6" fmla="*/ 6128174 h 6233692"/>
                <a:gd name="connsiteX7" fmla="*/ 79849 w 10033473"/>
                <a:gd name="connsiteY7" fmla="*/ 6100342 h 6233692"/>
                <a:gd name="connsiteX8" fmla="*/ 1927699 w 10033473"/>
                <a:gd name="connsiteY8" fmla="*/ 6043192 h 6233692"/>
                <a:gd name="connsiteX9" fmla="*/ 4080349 w 10033473"/>
                <a:gd name="connsiteY9" fmla="*/ 6119392 h 6233692"/>
                <a:gd name="connsiteX10" fmla="*/ 7623649 w 10033473"/>
                <a:gd name="connsiteY10" fmla="*/ 5986042 h 6233692"/>
                <a:gd name="connsiteX11" fmla="*/ 9014299 w 10033473"/>
                <a:gd name="connsiteY11" fmla="*/ 6100342 h 6233692"/>
                <a:gd name="connsiteX12" fmla="*/ 9681049 w 10033473"/>
                <a:gd name="connsiteY12" fmla="*/ 6005092 h 6233692"/>
                <a:gd name="connsiteX13" fmla="*/ 9947749 w 10033473"/>
                <a:gd name="connsiteY13" fmla="*/ 5852692 h 6233692"/>
                <a:gd name="connsiteX14" fmla="*/ 9814399 w 10033473"/>
                <a:gd name="connsiteY14" fmla="*/ 4500142 h 6233692"/>
                <a:gd name="connsiteX15" fmla="*/ 9871549 w 10033473"/>
                <a:gd name="connsiteY15" fmla="*/ 2385592 h 6233692"/>
                <a:gd name="connsiteX16" fmla="*/ 9947749 w 10033473"/>
                <a:gd name="connsiteY16" fmla="*/ 1071142 h 6233692"/>
                <a:gd name="connsiteX17" fmla="*/ 9833449 w 10033473"/>
                <a:gd name="connsiteY17" fmla="*/ 347242 h 6233692"/>
                <a:gd name="connsiteX18" fmla="*/ 9924737 w 10033473"/>
                <a:gd name="connsiteY18" fmla="*/ 4361 h 6233692"/>
                <a:gd name="connsiteX19" fmla="*/ 9934357 w 10033473"/>
                <a:gd name="connsiteY19" fmla="*/ 0 h 6233692"/>
                <a:gd name="connsiteX0" fmla="*/ 9941501 w 10033473"/>
                <a:gd name="connsiteY0" fmla="*/ 45645 h 6229331"/>
                <a:gd name="connsiteX1" fmla="*/ 9980010 w 10033473"/>
                <a:gd name="connsiteY1" fmla="*/ 67731 h 6229331"/>
                <a:gd name="connsiteX2" fmla="*/ 10033473 w 10033473"/>
                <a:gd name="connsiteY2" fmla="*/ 147201 h 6229331"/>
                <a:gd name="connsiteX3" fmla="*/ 10033473 w 10033473"/>
                <a:gd name="connsiteY3" fmla="*/ 6063061 h 6229331"/>
                <a:gd name="connsiteX4" fmla="*/ 9867203 w 10033473"/>
                <a:gd name="connsiteY4" fmla="*/ 6229331 h 6229331"/>
                <a:gd name="connsiteX5" fmla="*/ 23715 w 10033473"/>
                <a:gd name="connsiteY5" fmla="*/ 6125350 h 6229331"/>
                <a:gd name="connsiteX6" fmla="*/ 0 w 10033473"/>
                <a:gd name="connsiteY6" fmla="*/ 6123813 h 6229331"/>
                <a:gd name="connsiteX7" fmla="*/ 79849 w 10033473"/>
                <a:gd name="connsiteY7" fmla="*/ 6095981 h 6229331"/>
                <a:gd name="connsiteX8" fmla="*/ 1927699 w 10033473"/>
                <a:gd name="connsiteY8" fmla="*/ 6038831 h 6229331"/>
                <a:gd name="connsiteX9" fmla="*/ 4080349 w 10033473"/>
                <a:gd name="connsiteY9" fmla="*/ 6115031 h 6229331"/>
                <a:gd name="connsiteX10" fmla="*/ 7623649 w 10033473"/>
                <a:gd name="connsiteY10" fmla="*/ 5981681 h 6229331"/>
                <a:gd name="connsiteX11" fmla="*/ 9014299 w 10033473"/>
                <a:gd name="connsiteY11" fmla="*/ 6095981 h 6229331"/>
                <a:gd name="connsiteX12" fmla="*/ 9681049 w 10033473"/>
                <a:gd name="connsiteY12" fmla="*/ 6000731 h 6229331"/>
                <a:gd name="connsiteX13" fmla="*/ 9947749 w 10033473"/>
                <a:gd name="connsiteY13" fmla="*/ 5848331 h 6229331"/>
                <a:gd name="connsiteX14" fmla="*/ 9814399 w 10033473"/>
                <a:gd name="connsiteY14" fmla="*/ 4495781 h 6229331"/>
                <a:gd name="connsiteX15" fmla="*/ 9871549 w 10033473"/>
                <a:gd name="connsiteY15" fmla="*/ 2381231 h 6229331"/>
                <a:gd name="connsiteX16" fmla="*/ 9947749 w 10033473"/>
                <a:gd name="connsiteY16" fmla="*/ 1066781 h 6229331"/>
                <a:gd name="connsiteX17" fmla="*/ 9833449 w 10033473"/>
                <a:gd name="connsiteY17" fmla="*/ 342881 h 6229331"/>
                <a:gd name="connsiteX18" fmla="*/ 9924737 w 10033473"/>
                <a:gd name="connsiteY18" fmla="*/ 0 h 6229331"/>
                <a:gd name="connsiteX19" fmla="*/ 9941501 w 10033473"/>
                <a:gd name="connsiteY19" fmla="*/ 45645 h 6229331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11482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  <a:gd name="connsiteX0" fmla="*/ 9941501 w 10033473"/>
                <a:gd name="connsiteY0" fmla="*/ 9926 h 6193612"/>
                <a:gd name="connsiteX1" fmla="*/ 9980010 w 10033473"/>
                <a:gd name="connsiteY1" fmla="*/ 32012 h 6193612"/>
                <a:gd name="connsiteX2" fmla="*/ 10033473 w 10033473"/>
                <a:gd name="connsiteY2" fmla="*/ 128151 h 6193612"/>
                <a:gd name="connsiteX3" fmla="*/ 10033473 w 10033473"/>
                <a:gd name="connsiteY3" fmla="*/ 6027342 h 6193612"/>
                <a:gd name="connsiteX4" fmla="*/ 9867203 w 10033473"/>
                <a:gd name="connsiteY4" fmla="*/ 6193612 h 6193612"/>
                <a:gd name="connsiteX5" fmla="*/ 23715 w 10033473"/>
                <a:gd name="connsiteY5" fmla="*/ 6089631 h 6193612"/>
                <a:gd name="connsiteX6" fmla="*/ 0 w 10033473"/>
                <a:gd name="connsiteY6" fmla="*/ 6088094 h 6193612"/>
                <a:gd name="connsiteX7" fmla="*/ 79849 w 10033473"/>
                <a:gd name="connsiteY7" fmla="*/ 6060262 h 6193612"/>
                <a:gd name="connsiteX8" fmla="*/ 1927699 w 10033473"/>
                <a:gd name="connsiteY8" fmla="*/ 6003112 h 6193612"/>
                <a:gd name="connsiteX9" fmla="*/ 4080349 w 10033473"/>
                <a:gd name="connsiteY9" fmla="*/ 6079312 h 6193612"/>
                <a:gd name="connsiteX10" fmla="*/ 7623649 w 10033473"/>
                <a:gd name="connsiteY10" fmla="*/ 5945962 h 6193612"/>
                <a:gd name="connsiteX11" fmla="*/ 9014299 w 10033473"/>
                <a:gd name="connsiteY11" fmla="*/ 6060262 h 6193612"/>
                <a:gd name="connsiteX12" fmla="*/ 9681049 w 10033473"/>
                <a:gd name="connsiteY12" fmla="*/ 5965012 h 6193612"/>
                <a:gd name="connsiteX13" fmla="*/ 9947749 w 10033473"/>
                <a:gd name="connsiteY13" fmla="*/ 5812612 h 6193612"/>
                <a:gd name="connsiteX14" fmla="*/ 9814399 w 10033473"/>
                <a:gd name="connsiteY14" fmla="*/ 4460062 h 6193612"/>
                <a:gd name="connsiteX15" fmla="*/ 9871549 w 10033473"/>
                <a:gd name="connsiteY15" fmla="*/ 2345512 h 6193612"/>
                <a:gd name="connsiteX16" fmla="*/ 9947749 w 10033473"/>
                <a:gd name="connsiteY16" fmla="*/ 1031062 h 6193612"/>
                <a:gd name="connsiteX17" fmla="*/ 9833449 w 10033473"/>
                <a:gd name="connsiteY17" fmla="*/ 307162 h 6193612"/>
                <a:gd name="connsiteX18" fmla="*/ 9908069 w 10033473"/>
                <a:gd name="connsiteY18" fmla="*/ 0 h 6193612"/>
                <a:gd name="connsiteX19" fmla="*/ 9941501 w 10033473"/>
                <a:gd name="connsiteY19" fmla="*/ 9926 h 619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3473" h="6193612">
                  <a:moveTo>
                    <a:pt x="9941501" y="9926"/>
                  </a:moveTo>
                  <a:cubicBezTo>
                    <a:pt x="9958306" y="21257"/>
                    <a:pt x="9963205" y="20681"/>
                    <a:pt x="9980010" y="32012"/>
                  </a:cubicBezTo>
                  <a:cubicBezTo>
                    <a:pt x="10010099" y="62101"/>
                    <a:pt x="10033473" y="82237"/>
                    <a:pt x="10033473" y="128151"/>
                  </a:cubicBezTo>
                  <a:lnTo>
                    <a:pt x="10033473" y="6027342"/>
                  </a:lnTo>
                  <a:cubicBezTo>
                    <a:pt x="10033473" y="6119170"/>
                    <a:pt x="9959031" y="6193612"/>
                    <a:pt x="9867203" y="6193612"/>
                  </a:cubicBezTo>
                  <a:lnTo>
                    <a:pt x="23715" y="6089631"/>
                  </a:lnTo>
                  <a:lnTo>
                    <a:pt x="0" y="6088094"/>
                  </a:lnTo>
                  <a:lnTo>
                    <a:pt x="79849" y="6060262"/>
                  </a:lnTo>
                  <a:cubicBezTo>
                    <a:pt x="387824" y="5977712"/>
                    <a:pt x="1260949" y="5999937"/>
                    <a:pt x="1927699" y="6003112"/>
                  </a:cubicBezTo>
                  <a:cubicBezTo>
                    <a:pt x="2594450" y="6006287"/>
                    <a:pt x="3131024" y="6088837"/>
                    <a:pt x="4080349" y="6079312"/>
                  </a:cubicBezTo>
                  <a:cubicBezTo>
                    <a:pt x="5029674" y="6069787"/>
                    <a:pt x="6801324" y="5949137"/>
                    <a:pt x="7623649" y="5945962"/>
                  </a:cubicBezTo>
                  <a:cubicBezTo>
                    <a:pt x="8445974" y="5942787"/>
                    <a:pt x="8671399" y="6057087"/>
                    <a:pt x="9014299" y="6060262"/>
                  </a:cubicBezTo>
                  <a:cubicBezTo>
                    <a:pt x="9357199" y="6063437"/>
                    <a:pt x="9525474" y="6006287"/>
                    <a:pt x="9681049" y="5965012"/>
                  </a:cubicBezTo>
                  <a:cubicBezTo>
                    <a:pt x="9836624" y="5923737"/>
                    <a:pt x="9925524" y="6063437"/>
                    <a:pt x="9947749" y="5812612"/>
                  </a:cubicBezTo>
                  <a:cubicBezTo>
                    <a:pt x="9969974" y="5561787"/>
                    <a:pt x="9827099" y="5037912"/>
                    <a:pt x="9814399" y="4460062"/>
                  </a:cubicBezTo>
                  <a:cubicBezTo>
                    <a:pt x="9801699" y="3882212"/>
                    <a:pt x="9849324" y="2917012"/>
                    <a:pt x="9871549" y="2345512"/>
                  </a:cubicBezTo>
                  <a:cubicBezTo>
                    <a:pt x="9893774" y="1774012"/>
                    <a:pt x="9954099" y="1370787"/>
                    <a:pt x="9947749" y="1031062"/>
                  </a:cubicBezTo>
                  <a:cubicBezTo>
                    <a:pt x="9941399" y="691337"/>
                    <a:pt x="9830274" y="488137"/>
                    <a:pt x="9833449" y="307162"/>
                  </a:cubicBezTo>
                  <a:cubicBezTo>
                    <a:pt x="9836227" y="148809"/>
                    <a:pt x="9822337" y="55345"/>
                    <a:pt x="9908069" y="0"/>
                  </a:cubicBezTo>
                  <a:lnTo>
                    <a:pt x="9941501" y="9926"/>
                  </a:lnTo>
                  <a:close/>
                </a:path>
              </a:pathLst>
            </a:custGeom>
            <a:solidFill>
              <a:srgbClr val="B9D9D4">
                <a:alpha val="31000"/>
              </a:srgbClr>
            </a:solidFill>
            <a:ln w="508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EE7A661-80E3-3014-E7B0-187AE348D0B6}"/>
                </a:ext>
              </a:extLst>
            </p:cNvPr>
            <p:cNvGrpSpPr/>
            <p:nvPr/>
          </p:nvGrpSpPr>
          <p:grpSpPr>
            <a:xfrm>
              <a:off x="517612" y="111418"/>
              <a:ext cx="302386" cy="570932"/>
              <a:chOff x="517612" y="124118"/>
              <a:chExt cx="302386" cy="570932"/>
            </a:xfrm>
          </p:grpSpPr>
          <p:sp>
            <p:nvSpPr>
              <p:cNvPr id="48" name="타원 47">
                <a:extLst>
                  <a:ext uri="{FF2B5EF4-FFF2-40B4-BE49-F238E27FC236}">
                    <a16:creationId xmlns:a16="http://schemas.microsoft.com/office/drawing/2014/main" id="{E9101131-3B57-E596-284F-ADCBAB1C2D2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B030912E-15A6-DECB-FC9C-7A832EDD3D4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FA7DE08A-198A-1149-E659-9AD9204E6AEB}"/>
                </a:ext>
              </a:extLst>
            </p:cNvPr>
            <p:cNvGrpSpPr/>
            <p:nvPr/>
          </p:nvGrpSpPr>
          <p:grpSpPr>
            <a:xfrm>
              <a:off x="1005768" y="111418"/>
              <a:ext cx="302386" cy="570932"/>
              <a:chOff x="517612" y="124118"/>
              <a:chExt cx="302386" cy="570932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CECA2F08-21B9-CC78-B350-959151FEE06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2" name="자유형: 도형 51">
                <a:extLst>
                  <a:ext uri="{FF2B5EF4-FFF2-40B4-BE49-F238E27FC236}">
                    <a16:creationId xmlns:a16="http://schemas.microsoft.com/office/drawing/2014/main" id="{DC923F54-1198-1733-6319-EFA4BB413D9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5B6C6FA3-26AE-5682-51A9-8B79AD75133F}"/>
                </a:ext>
              </a:extLst>
            </p:cNvPr>
            <p:cNvGrpSpPr/>
            <p:nvPr/>
          </p:nvGrpSpPr>
          <p:grpSpPr>
            <a:xfrm>
              <a:off x="1493924" y="111418"/>
              <a:ext cx="302386" cy="570932"/>
              <a:chOff x="517612" y="124118"/>
              <a:chExt cx="302386" cy="570932"/>
            </a:xfrm>
          </p:grpSpPr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D97D8637-2971-1B28-AF93-04A1321688A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자유형: 도형 54">
                <a:extLst>
                  <a:ext uri="{FF2B5EF4-FFF2-40B4-BE49-F238E27FC236}">
                    <a16:creationId xmlns:a16="http://schemas.microsoft.com/office/drawing/2014/main" id="{5F21D046-4379-87F3-7DF9-C098CE843C6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F654FFF9-15B3-73F3-0B11-D6C3CAEF1CAE}"/>
                </a:ext>
              </a:extLst>
            </p:cNvPr>
            <p:cNvGrpSpPr/>
            <p:nvPr/>
          </p:nvGrpSpPr>
          <p:grpSpPr>
            <a:xfrm>
              <a:off x="1982080" y="111418"/>
              <a:ext cx="302386" cy="570932"/>
              <a:chOff x="517612" y="124118"/>
              <a:chExt cx="302386" cy="570932"/>
            </a:xfrm>
          </p:grpSpPr>
          <p:sp>
            <p:nvSpPr>
              <p:cNvPr id="57" name="타원 56">
                <a:extLst>
                  <a:ext uri="{FF2B5EF4-FFF2-40B4-BE49-F238E27FC236}">
                    <a16:creationId xmlns:a16="http://schemas.microsoft.com/office/drawing/2014/main" id="{420DD81D-5A2C-9452-A8E7-536FCC2516E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자유형: 도형 57">
                <a:extLst>
                  <a:ext uri="{FF2B5EF4-FFF2-40B4-BE49-F238E27FC236}">
                    <a16:creationId xmlns:a16="http://schemas.microsoft.com/office/drawing/2014/main" id="{99C5CB43-00EF-16F7-F258-F3EC581C6AAB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5F3FC803-5ECF-C132-5786-DAB94085C25C}"/>
                </a:ext>
              </a:extLst>
            </p:cNvPr>
            <p:cNvGrpSpPr/>
            <p:nvPr/>
          </p:nvGrpSpPr>
          <p:grpSpPr>
            <a:xfrm>
              <a:off x="2470236" y="111418"/>
              <a:ext cx="302386" cy="570932"/>
              <a:chOff x="517612" y="124118"/>
              <a:chExt cx="302386" cy="570932"/>
            </a:xfrm>
          </p:grpSpPr>
          <p:sp>
            <p:nvSpPr>
              <p:cNvPr id="60" name="타원 59">
                <a:extLst>
                  <a:ext uri="{FF2B5EF4-FFF2-40B4-BE49-F238E27FC236}">
                    <a16:creationId xmlns:a16="http://schemas.microsoft.com/office/drawing/2014/main" id="{5CB300E2-A021-C5E3-A673-3EA7AFF96071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1" name="자유형: 도형 60">
                <a:extLst>
                  <a:ext uri="{FF2B5EF4-FFF2-40B4-BE49-F238E27FC236}">
                    <a16:creationId xmlns:a16="http://schemas.microsoft.com/office/drawing/2014/main" id="{6F79BBAC-BF7E-FEAE-A6DE-5722110ED0F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1FE2639-E5FC-E4B2-F77F-2F8BA771BCD2}"/>
                </a:ext>
              </a:extLst>
            </p:cNvPr>
            <p:cNvGrpSpPr/>
            <p:nvPr/>
          </p:nvGrpSpPr>
          <p:grpSpPr>
            <a:xfrm>
              <a:off x="2958392" y="111418"/>
              <a:ext cx="302386" cy="570932"/>
              <a:chOff x="517612" y="124118"/>
              <a:chExt cx="302386" cy="570932"/>
            </a:xfrm>
          </p:grpSpPr>
          <p:sp>
            <p:nvSpPr>
              <p:cNvPr id="63" name="타원 62">
                <a:extLst>
                  <a:ext uri="{FF2B5EF4-FFF2-40B4-BE49-F238E27FC236}">
                    <a16:creationId xmlns:a16="http://schemas.microsoft.com/office/drawing/2014/main" id="{7EAA6CCF-7F14-6AE9-8ADE-994E1BBE051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E09F778F-7C9B-085E-3FBE-523785AE8824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2384C935-7D9D-F451-6406-73B70DCE17FA}"/>
                </a:ext>
              </a:extLst>
            </p:cNvPr>
            <p:cNvGrpSpPr/>
            <p:nvPr/>
          </p:nvGrpSpPr>
          <p:grpSpPr>
            <a:xfrm>
              <a:off x="3446548" y="111418"/>
              <a:ext cx="302386" cy="570932"/>
              <a:chOff x="517612" y="124118"/>
              <a:chExt cx="302386" cy="570932"/>
            </a:xfrm>
          </p:grpSpPr>
          <p:sp>
            <p:nvSpPr>
              <p:cNvPr id="66" name="타원 65">
                <a:extLst>
                  <a:ext uri="{FF2B5EF4-FFF2-40B4-BE49-F238E27FC236}">
                    <a16:creationId xmlns:a16="http://schemas.microsoft.com/office/drawing/2014/main" id="{D37BA5ED-C2F1-3AFB-2252-C0EC59DC6E66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02ADD8AD-06ED-DC83-C92B-534B1315E66A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9541EC81-9669-E813-AFFE-9A7D4F66BFDF}"/>
                </a:ext>
              </a:extLst>
            </p:cNvPr>
            <p:cNvGrpSpPr/>
            <p:nvPr/>
          </p:nvGrpSpPr>
          <p:grpSpPr>
            <a:xfrm>
              <a:off x="3934704" y="111418"/>
              <a:ext cx="302386" cy="570932"/>
              <a:chOff x="517612" y="124118"/>
              <a:chExt cx="302386" cy="570932"/>
            </a:xfrm>
          </p:grpSpPr>
          <p:sp>
            <p:nvSpPr>
              <p:cNvPr id="69" name="타원 68">
                <a:extLst>
                  <a:ext uri="{FF2B5EF4-FFF2-40B4-BE49-F238E27FC236}">
                    <a16:creationId xmlns:a16="http://schemas.microsoft.com/office/drawing/2014/main" id="{8CA6FF50-96F3-2093-B717-C9152013860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4EAEFC84-81B3-D9C3-4E99-348D39BF140C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7C78881D-B695-3CCB-301F-7E1F114D3B59}"/>
                </a:ext>
              </a:extLst>
            </p:cNvPr>
            <p:cNvGrpSpPr/>
            <p:nvPr/>
          </p:nvGrpSpPr>
          <p:grpSpPr>
            <a:xfrm>
              <a:off x="4422860" y="111418"/>
              <a:ext cx="302386" cy="570932"/>
              <a:chOff x="517612" y="124118"/>
              <a:chExt cx="302386" cy="570932"/>
            </a:xfrm>
          </p:grpSpPr>
          <p:sp>
            <p:nvSpPr>
              <p:cNvPr id="72" name="타원 71">
                <a:extLst>
                  <a:ext uri="{FF2B5EF4-FFF2-40B4-BE49-F238E27FC236}">
                    <a16:creationId xmlns:a16="http://schemas.microsoft.com/office/drawing/2014/main" id="{21F4A8F7-B720-0F4F-9354-76182CA375D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3" name="자유형: 도형 72">
                <a:extLst>
                  <a:ext uri="{FF2B5EF4-FFF2-40B4-BE49-F238E27FC236}">
                    <a16:creationId xmlns:a16="http://schemas.microsoft.com/office/drawing/2014/main" id="{50342692-093B-7FD7-5B91-54A47A075F6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2522F60A-F563-C409-4723-8A7E20F10BAF}"/>
                </a:ext>
              </a:extLst>
            </p:cNvPr>
            <p:cNvGrpSpPr/>
            <p:nvPr/>
          </p:nvGrpSpPr>
          <p:grpSpPr>
            <a:xfrm>
              <a:off x="4911016" y="111418"/>
              <a:ext cx="302386" cy="570932"/>
              <a:chOff x="517612" y="124118"/>
              <a:chExt cx="302386" cy="570932"/>
            </a:xfrm>
          </p:grpSpPr>
          <p:sp>
            <p:nvSpPr>
              <p:cNvPr id="75" name="타원 74">
                <a:extLst>
                  <a:ext uri="{FF2B5EF4-FFF2-40B4-BE49-F238E27FC236}">
                    <a16:creationId xmlns:a16="http://schemas.microsoft.com/office/drawing/2014/main" id="{7CE8FD3E-2A53-B9AC-18BF-25D7BE1A28B4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8489DB43-1B22-21F5-799D-208D4C964E9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FB5A0E12-8F7C-3E4C-71C2-74934A12D1EE}"/>
                </a:ext>
              </a:extLst>
            </p:cNvPr>
            <p:cNvGrpSpPr/>
            <p:nvPr/>
          </p:nvGrpSpPr>
          <p:grpSpPr>
            <a:xfrm>
              <a:off x="5399172" y="111418"/>
              <a:ext cx="302386" cy="570932"/>
              <a:chOff x="517612" y="124118"/>
              <a:chExt cx="302386" cy="570932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1F2A8654-3DA5-3195-DCD4-AF12A1A108F9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자유형: 도형 78">
                <a:extLst>
                  <a:ext uri="{FF2B5EF4-FFF2-40B4-BE49-F238E27FC236}">
                    <a16:creationId xmlns:a16="http://schemas.microsoft.com/office/drawing/2014/main" id="{1F4F0B0A-8F92-2F01-D6EE-4936965138E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9D0C63E3-9CB1-4CD7-5C43-3391B0E7A0EA}"/>
                </a:ext>
              </a:extLst>
            </p:cNvPr>
            <p:cNvGrpSpPr/>
            <p:nvPr/>
          </p:nvGrpSpPr>
          <p:grpSpPr>
            <a:xfrm>
              <a:off x="5887328" y="111418"/>
              <a:ext cx="302386" cy="570932"/>
              <a:chOff x="517612" y="124118"/>
              <a:chExt cx="302386" cy="570932"/>
            </a:xfrm>
          </p:grpSpPr>
          <p:sp>
            <p:nvSpPr>
              <p:cNvPr id="81" name="타원 80">
                <a:extLst>
                  <a:ext uri="{FF2B5EF4-FFF2-40B4-BE49-F238E27FC236}">
                    <a16:creationId xmlns:a16="http://schemas.microsoft.com/office/drawing/2014/main" id="{F200702A-A720-21B6-DB37-C9E5D61890B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C437E4A7-0499-0FD5-A456-A5FD8BFCA247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395BF03-BC06-6775-00BC-00B7C278C5F9}"/>
                </a:ext>
              </a:extLst>
            </p:cNvPr>
            <p:cNvGrpSpPr/>
            <p:nvPr/>
          </p:nvGrpSpPr>
          <p:grpSpPr>
            <a:xfrm>
              <a:off x="6375484" y="111418"/>
              <a:ext cx="302386" cy="570932"/>
              <a:chOff x="517612" y="124118"/>
              <a:chExt cx="302386" cy="570932"/>
            </a:xfrm>
          </p:grpSpPr>
          <p:sp>
            <p:nvSpPr>
              <p:cNvPr id="84" name="타원 83">
                <a:extLst>
                  <a:ext uri="{FF2B5EF4-FFF2-40B4-BE49-F238E27FC236}">
                    <a16:creationId xmlns:a16="http://schemas.microsoft.com/office/drawing/2014/main" id="{84099464-2B40-C5A1-2ABB-F713B60C1CD7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자유형: 도형 84">
                <a:extLst>
                  <a:ext uri="{FF2B5EF4-FFF2-40B4-BE49-F238E27FC236}">
                    <a16:creationId xmlns:a16="http://schemas.microsoft.com/office/drawing/2014/main" id="{CEC01BD9-5F9E-35F6-5376-240F0E9FA81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D17D5C75-3EA7-931F-FAB9-3E7925BD0CCD}"/>
                </a:ext>
              </a:extLst>
            </p:cNvPr>
            <p:cNvGrpSpPr/>
            <p:nvPr/>
          </p:nvGrpSpPr>
          <p:grpSpPr>
            <a:xfrm>
              <a:off x="6863640" y="111418"/>
              <a:ext cx="302386" cy="570932"/>
              <a:chOff x="517612" y="124118"/>
              <a:chExt cx="302386" cy="570932"/>
            </a:xfrm>
          </p:grpSpPr>
          <p:sp>
            <p:nvSpPr>
              <p:cNvPr id="87" name="타원 86">
                <a:extLst>
                  <a:ext uri="{FF2B5EF4-FFF2-40B4-BE49-F238E27FC236}">
                    <a16:creationId xmlns:a16="http://schemas.microsoft.com/office/drawing/2014/main" id="{48934A1B-2A31-C4C1-38CF-B1BAADE33E68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C936B866-47E1-21BD-E908-9787CA6A47B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27B742D7-89DD-61D4-8838-F22D7E817407}"/>
                </a:ext>
              </a:extLst>
            </p:cNvPr>
            <p:cNvGrpSpPr/>
            <p:nvPr/>
          </p:nvGrpSpPr>
          <p:grpSpPr>
            <a:xfrm>
              <a:off x="7351796" y="111418"/>
              <a:ext cx="302386" cy="570932"/>
              <a:chOff x="517612" y="124118"/>
              <a:chExt cx="302386" cy="570932"/>
            </a:xfrm>
          </p:grpSpPr>
          <p:sp>
            <p:nvSpPr>
              <p:cNvPr id="90" name="타원 89">
                <a:extLst>
                  <a:ext uri="{FF2B5EF4-FFF2-40B4-BE49-F238E27FC236}">
                    <a16:creationId xmlns:a16="http://schemas.microsoft.com/office/drawing/2014/main" id="{819F2CD2-E2CE-740A-4850-FDD731F5F2B3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1" name="자유형: 도형 90">
                <a:extLst>
                  <a:ext uri="{FF2B5EF4-FFF2-40B4-BE49-F238E27FC236}">
                    <a16:creationId xmlns:a16="http://schemas.microsoft.com/office/drawing/2014/main" id="{40569AD4-0611-3750-37D7-C073E3715A4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07A95103-7E02-4AB6-DD7A-3D2F18B5DC67}"/>
                </a:ext>
              </a:extLst>
            </p:cNvPr>
            <p:cNvGrpSpPr/>
            <p:nvPr/>
          </p:nvGrpSpPr>
          <p:grpSpPr>
            <a:xfrm>
              <a:off x="7839952" y="111418"/>
              <a:ext cx="302386" cy="570932"/>
              <a:chOff x="517612" y="124118"/>
              <a:chExt cx="302386" cy="570932"/>
            </a:xfrm>
          </p:grpSpPr>
          <p:sp>
            <p:nvSpPr>
              <p:cNvPr id="93" name="타원 92">
                <a:extLst>
                  <a:ext uri="{FF2B5EF4-FFF2-40B4-BE49-F238E27FC236}">
                    <a16:creationId xmlns:a16="http://schemas.microsoft.com/office/drawing/2014/main" id="{7187A9B1-37D0-371C-B388-FBDAF35DAE0B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자유형: 도형 93">
                <a:extLst>
                  <a:ext uri="{FF2B5EF4-FFF2-40B4-BE49-F238E27FC236}">
                    <a16:creationId xmlns:a16="http://schemas.microsoft.com/office/drawing/2014/main" id="{9BA8A371-20AB-A89E-CBD9-7D32F8B79651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12E0566C-9BDC-3310-278A-1AA209A5C682}"/>
                </a:ext>
              </a:extLst>
            </p:cNvPr>
            <p:cNvGrpSpPr/>
            <p:nvPr/>
          </p:nvGrpSpPr>
          <p:grpSpPr>
            <a:xfrm>
              <a:off x="8328108" y="111418"/>
              <a:ext cx="302386" cy="570932"/>
              <a:chOff x="517612" y="124118"/>
              <a:chExt cx="302386" cy="570932"/>
            </a:xfrm>
          </p:grpSpPr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68A141F8-226A-8248-4D94-68504B6FC1B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자유형: 도형 96">
                <a:extLst>
                  <a:ext uri="{FF2B5EF4-FFF2-40B4-BE49-F238E27FC236}">
                    <a16:creationId xmlns:a16="http://schemas.microsoft.com/office/drawing/2014/main" id="{0FAC9EEE-02B1-AB9C-3F78-1B13A82AFD63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25998DE-CA78-D74F-23DD-B3CA1C44376E}"/>
                </a:ext>
              </a:extLst>
            </p:cNvPr>
            <p:cNvGrpSpPr/>
            <p:nvPr/>
          </p:nvGrpSpPr>
          <p:grpSpPr>
            <a:xfrm>
              <a:off x="8816264" y="111418"/>
              <a:ext cx="302386" cy="570932"/>
              <a:chOff x="517612" y="124118"/>
              <a:chExt cx="302386" cy="570932"/>
            </a:xfrm>
          </p:grpSpPr>
          <p:sp>
            <p:nvSpPr>
              <p:cNvPr id="99" name="타원 98">
                <a:extLst>
                  <a:ext uri="{FF2B5EF4-FFF2-40B4-BE49-F238E27FC236}">
                    <a16:creationId xmlns:a16="http://schemas.microsoft.com/office/drawing/2014/main" id="{9A853176-BAE8-76D5-D5B6-4EBBB8E3C8DF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자유형: 도형 99">
                <a:extLst>
                  <a:ext uri="{FF2B5EF4-FFF2-40B4-BE49-F238E27FC236}">
                    <a16:creationId xmlns:a16="http://schemas.microsoft.com/office/drawing/2014/main" id="{045C9A7F-F1DB-B77A-D6FE-3827C9C1C19F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EC4A6266-4E7A-C82D-4E97-A0865CEA1870}"/>
                </a:ext>
              </a:extLst>
            </p:cNvPr>
            <p:cNvGrpSpPr/>
            <p:nvPr/>
          </p:nvGrpSpPr>
          <p:grpSpPr>
            <a:xfrm>
              <a:off x="9304420" y="111418"/>
              <a:ext cx="302386" cy="570932"/>
              <a:chOff x="517612" y="124118"/>
              <a:chExt cx="302386" cy="570932"/>
            </a:xfrm>
          </p:grpSpPr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4C71574-B5E0-E51D-71EF-14427BCE8E1E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자유형: 도형 102">
                <a:extLst>
                  <a:ext uri="{FF2B5EF4-FFF2-40B4-BE49-F238E27FC236}">
                    <a16:creationId xmlns:a16="http://schemas.microsoft.com/office/drawing/2014/main" id="{1C5C9E85-049F-483B-52F4-5E7AD7958056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2331E026-FD78-99DE-81E5-3E44D0674CEE}"/>
                </a:ext>
              </a:extLst>
            </p:cNvPr>
            <p:cNvGrpSpPr/>
            <p:nvPr/>
          </p:nvGrpSpPr>
          <p:grpSpPr>
            <a:xfrm>
              <a:off x="9792576" y="111418"/>
              <a:ext cx="302386" cy="570932"/>
              <a:chOff x="517612" y="124118"/>
              <a:chExt cx="302386" cy="570932"/>
            </a:xfrm>
          </p:grpSpPr>
          <p:sp>
            <p:nvSpPr>
              <p:cNvPr id="105" name="타원 104">
                <a:extLst>
                  <a:ext uri="{FF2B5EF4-FFF2-40B4-BE49-F238E27FC236}">
                    <a16:creationId xmlns:a16="http://schemas.microsoft.com/office/drawing/2014/main" id="{F827B41E-2CE5-A1CC-DB19-C0D83D9E80DD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자유형: 도형 105">
                <a:extLst>
                  <a:ext uri="{FF2B5EF4-FFF2-40B4-BE49-F238E27FC236}">
                    <a16:creationId xmlns:a16="http://schemas.microsoft.com/office/drawing/2014/main" id="{601A8873-3AC2-D000-B360-DC78E943C1BE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0D422455-E81C-B4C5-ED84-37FC84428BB0}"/>
                </a:ext>
              </a:extLst>
            </p:cNvPr>
            <p:cNvGrpSpPr/>
            <p:nvPr/>
          </p:nvGrpSpPr>
          <p:grpSpPr>
            <a:xfrm>
              <a:off x="10280732" y="111418"/>
              <a:ext cx="302386" cy="570932"/>
              <a:chOff x="517612" y="124118"/>
              <a:chExt cx="302386" cy="570932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23B4A34B-342D-FB12-7137-A8EAD27BA15C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58FD6F5C-413B-C564-2F9A-F90ADD9957D2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E3C4360-8585-60ED-1402-1770E796E10C}"/>
                </a:ext>
              </a:extLst>
            </p:cNvPr>
            <p:cNvGrpSpPr/>
            <p:nvPr/>
          </p:nvGrpSpPr>
          <p:grpSpPr>
            <a:xfrm>
              <a:off x="10768888" y="111418"/>
              <a:ext cx="302386" cy="570932"/>
              <a:chOff x="517612" y="124118"/>
              <a:chExt cx="302386" cy="570932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68F7014C-B148-01FB-9C30-731CA3DE8192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자유형: 도형 111">
                <a:extLst>
                  <a:ext uri="{FF2B5EF4-FFF2-40B4-BE49-F238E27FC236}">
                    <a16:creationId xmlns:a16="http://schemas.microsoft.com/office/drawing/2014/main" id="{F1484506-ECE1-70F4-ED32-8685B5CC9AE5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4860B1B-A091-7070-5719-F56B77A28A66}"/>
                </a:ext>
              </a:extLst>
            </p:cNvPr>
            <p:cNvGrpSpPr/>
            <p:nvPr/>
          </p:nvGrpSpPr>
          <p:grpSpPr>
            <a:xfrm>
              <a:off x="11257044" y="111418"/>
              <a:ext cx="302386" cy="570932"/>
              <a:chOff x="517612" y="124118"/>
              <a:chExt cx="302386" cy="570932"/>
            </a:xfrm>
          </p:grpSpPr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9281C06B-88AA-1C0F-D748-5376E9410135}"/>
                  </a:ext>
                </a:extLst>
              </p:cNvPr>
              <p:cNvSpPr/>
              <p:nvPr/>
            </p:nvSpPr>
            <p:spPr>
              <a:xfrm>
                <a:off x="571776" y="492919"/>
                <a:ext cx="202131" cy="202131"/>
              </a:xfrm>
              <a:prstGeom prst="ellipse">
                <a:avLst/>
              </a:prstGeom>
              <a:solidFill>
                <a:srgbClr val="BDCD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자유형: 도형 114">
                <a:extLst>
                  <a:ext uri="{FF2B5EF4-FFF2-40B4-BE49-F238E27FC236}">
                    <a16:creationId xmlns:a16="http://schemas.microsoft.com/office/drawing/2014/main" id="{6427C388-689B-A9FF-5F11-7CFF11406918}"/>
                  </a:ext>
                </a:extLst>
              </p:cNvPr>
              <p:cNvSpPr/>
              <p:nvPr/>
            </p:nvSpPr>
            <p:spPr>
              <a:xfrm>
                <a:off x="517612" y="124118"/>
                <a:ext cx="302386" cy="513679"/>
              </a:xfrm>
              <a:custGeom>
                <a:avLst/>
                <a:gdLst>
                  <a:gd name="connsiteX0" fmla="*/ 156963 w 321117"/>
                  <a:gd name="connsiteY0" fmla="*/ 70 h 545498"/>
                  <a:gd name="connsiteX1" fmla="*/ 321117 w 321117"/>
                  <a:gd name="connsiteY1" fmla="*/ 272420 h 545498"/>
                  <a:gd name="connsiteX2" fmla="*/ 199568 w 321117"/>
                  <a:gd name="connsiteY2" fmla="*/ 274959 h 545498"/>
                  <a:gd name="connsiteX3" fmla="*/ 158553 w 321117"/>
                  <a:gd name="connsiteY3" fmla="*/ 121768 h 545498"/>
                  <a:gd name="connsiteX4" fmla="*/ 121560 w 321117"/>
                  <a:gd name="connsiteY4" fmla="*/ 275978 h 545498"/>
                  <a:gd name="connsiteX5" fmla="*/ 160167 w 321117"/>
                  <a:gd name="connsiteY5" fmla="*/ 429977 h 545498"/>
                  <a:gd name="connsiteX6" fmla="*/ 160160 w 321117"/>
                  <a:gd name="connsiteY6" fmla="*/ 432723 h 545498"/>
                  <a:gd name="connsiteX7" fmla="*/ 179468 w 321117"/>
                  <a:gd name="connsiteY7" fmla="*/ 440721 h 545498"/>
                  <a:gd name="connsiteX8" fmla="*/ 197445 w 321117"/>
                  <a:gd name="connsiteY8" fmla="*/ 484121 h 545498"/>
                  <a:gd name="connsiteX9" fmla="*/ 136068 w 321117"/>
                  <a:gd name="connsiteY9" fmla="*/ 545498 h 545498"/>
                  <a:gd name="connsiteX10" fmla="*/ 97711 w 321117"/>
                  <a:gd name="connsiteY10" fmla="*/ 529610 h 545498"/>
                  <a:gd name="connsiteX11" fmla="*/ 97702 w 321117"/>
                  <a:gd name="connsiteY11" fmla="*/ 529607 h 545498"/>
                  <a:gd name="connsiteX12" fmla="*/ 97701 w 321117"/>
                  <a:gd name="connsiteY12" fmla="*/ 529606 h 545498"/>
                  <a:gd name="connsiteX13" fmla="*/ 92668 w 321117"/>
                  <a:gd name="connsiteY13" fmla="*/ 527521 h 545498"/>
                  <a:gd name="connsiteX14" fmla="*/ 85388 w 321117"/>
                  <a:gd name="connsiteY14" fmla="*/ 516724 h 545498"/>
                  <a:gd name="connsiteX15" fmla="*/ 58291 w 321117"/>
                  <a:gd name="connsiteY15" fmla="*/ 488375 h 545498"/>
                  <a:gd name="connsiteX16" fmla="*/ 0 w 321117"/>
                  <a:gd name="connsiteY16" fmla="*/ 276614 h 545498"/>
                  <a:gd name="connsiteX17" fmla="*/ 156963 w 321117"/>
                  <a:gd name="connsiteY17" fmla="*/ 70 h 545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21117" h="545498">
                    <a:moveTo>
                      <a:pt x="156963" y="70"/>
                    </a:moveTo>
                    <a:cubicBezTo>
                      <a:pt x="246263" y="-3370"/>
                      <a:pt x="320031" y="119020"/>
                      <a:pt x="321117" y="272420"/>
                    </a:cubicBezTo>
                    <a:lnTo>
                      <a:pt x="199568" y="274959"/>
                    </a:lnTo>
                    <a:cubicBezTo>
                      <a:pt x="199450" y="186989"/>
                      <a:pt x="180774" y="117231"/>
                      <a:pt x="158553" y="121768"/>
                    </a:cubicBezTo>
                    <a:cubicBezTo>
                      <a:pt x="137801" y="126005"/>
                      <a:pt x="121533" y="193822"/>
                      <a:pt x="121560" y="275978"/>
                    </a:cubicBezTo>
                    <a:cubicBezTo>
                      <a:pt x="121588" y="360454"/>
                      <a:pt x="138802" y="429116"/>
                      <a:pt x="160167" y="429977"/>
                    </a:cubicBezTo>
                    <a:lnTo>
                      <a:pt x="160160" y="432723"/>
                    </a:lnTo>
                    <a:lnTo>
                      <a:pt x="179468" y="440721"/>
                    </a:lnTo>
                    <a:cubicBezTo>
                      <a:pt x="190575" y="451828"/>
                      <a:pt x="197445" y="467172"/>
                      <a:pt x="197445" y="484121"/>
                    </a:cubicBezTo>
                    <a:cubicBezTo>
                      <a:pt x="197445" y="518019"/>
                      <a:pt x="169966" y="545498"/>
                      <a:pt x="136068" y="545498"/>
                    </a:cubicBezTo>
                    <a:lnTo>
                      <a:pt x="97711" y="529610"/>
                    </a:lnTo>
                    <a:lnTo>
                      <a:pt x="97702" y="529607"/>
                    </a:lnTo>
                    <a:lnTo>
                      <a:pt x="97701" y="529606"/>
                    </a:lnTo>
                    <a:lnTo>
                      <a:pt x="92668" y="527521"/>
                    </a:lnTo>
                    <a:lnTo>
                      <a:pt x="85388" y="516724"/>
                    </a:lnTo>
                    <a:lnTo>
                      <a:pt x="58291" y="488375"/>
                    </a:lnTo>
                    <a:cubicBezTo>
                      <a:pt x="22802" y="437958"/>
                      <a:pt x="152" y="361833"/>
                      <a:pt x="0" y="276614"/>
                    </a:cubicBezTo>
                    <a:cubicBezTo>
                      <a:pt x="-267" y="126393"/>
                      <a:pt x="69520" y="3439"/>
                      <a:pt x="156963" y="70"/>
                    </a:cubicBezTo>
                    <a:close/>
                  </a:path>
                </a:pathLst>
              </a:custGeom>
              <a:solidFill>
                <a:srgbClr val="FEBD63"/>
              </a:solidFill>
              <a:ln w="50800" cap="rnd">
                <a:solidFill>
                  <a:schemeClr val="tx1">
                    <a:lumMod val="85000"/>
                    <a:lumOff val="15000"/>
                  </a:schemeClr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DC750D15-03E3-257F-E406-ED1646EADADD}"/>
              </a:ext>
            </a:extLst>
          </p:cNvPr>
          <p:cNvSpPr txBox="1"/>
          <p:nvPr/>
        </p:nvSpPr>
        <p:spPr>
          <a:xfrm>
            <a:off x="472037" y="794269"/>
            <a:ext cx="80616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0">
              <a:defRPr/>
            </a:pPr>
            <a:r>
              <a:rPr kumimoji="0" lang="en-US" altLang="ko-KR" sz="2000" b="0" i="1" u="none" strike="noStrike" kern="0" cap="none" spc="0" normalizeH="0" baseline="0" noProof="0" dirty="0" smtClean="0">
                <a:ln w="9525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04 Simulation </a:t>
            </a:r>
            <a:r>
              <a:rPr lang="en-US" altLang="ko-KR" sz="2000" i="1" kern="0" noProof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Register File</a:t>
            </a:r>
            <a:r>
              <a:rPr lang="en-US" altLang="ko-KR" sz="2000" i="1" kern="0" dirty="0" smtClean="0">
                <a:ln w="9525">
                  <a:noFill/>
                </a:ln>
                <a:solidFill>
                  <a:schemeClr val="accent1"/>
                </a:solidFill>
                <a:ea typeface="Tmon몬소리 Black" panose="02000A03000000000000" pitchFamily="2" charset="-127"/>
              </a:rPr>
              <a:t> Verification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04" y="1281830"/>
            <a:ext cx="11051250" cy="2528170"/>
          </a:xfrm>
          <a:prstGeom prst="rect">
            <a:avLst/>
          </a:prstGeom>
        </p:spPr>
      </p:pic>
      <p:sp>
        <p:nvSpPr>
          <p:cNvPr id="117" name="직사각형 116"/>
          <p:cNvSpPr/>
          <p:nvPr/>
        </p:nvSpPr>
        <p:spPr>
          <a:xfrm>
            <a:off x="2187704" y="1815470"/>
            <a:ext cx="145922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/>
          <p:cNvSpPr/>
          <p:nvPr/>
        </p:nvSpPr>
        <p:spPr>
          <a:xfrm>
            <a:off x="2407267" y="1815469"/>
            <a:ext cx="145922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직사각형 118"/>
          <p:cNvSpPr/>
          <p:nvPr/>
        </p:nvSpPr>
        <p:spPr>
          <a:xfrm>
            <a:off x="2732385" y="1815468"/>
            <a:ext cx="145922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직사각형 120"/>
          <p:cNvSpPr/>
          <p:nvPr/>
        </p:nvSpPr>
        <p:spPr>
          <a:xfrm>
            <a:off x="2948783" y="1808715"/>
            <a:ext cx="145922" cy="6542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378AF6BB-9A14-F397-988E-681EB1B8DFAF}"/>
              </a:ext>
            </a:extLst>
          </p:cNvPr>
          <p:cNvSpPr/>
          <p:nvPr/>
        </p:nvSpPr>
        <p:spPr>
          <a:xfrm>
            <a:off x="8294024" y="3413462"/>
            <a:ext cx="3872072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FF0000"/>
                </a:solidFill>
              </a:rPr>
              <a:t>@(</a:t>
            </a:r>
            <a:r>
              <a:rPr lang="en-US" altLang="ko-KR" sz="1100" b="1" dirty="0" err="1" smtClean="0">
                <a:solidFill>
                  <a:srgbClr val="FF0000"/>
                </a:solidFill>
              </a:rPr>
              <a:t>negedge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</a:rPr>
              <a:t>에 맞춰 </a:t>
            </a:r>
            <a:r>
              <a:rPr lang="en-US" altLang="ko-KR" sz="1100" b="1" dirty="0" smtClean="0">
                <a:solidFill>
                  <a:srgbClr val="FF0000"/>
                </a:solidFill>
              </a:rPr>
              <a:t>Register File</a:t>
            </a:r>
            <a:r>
              <a:rPr lang="ko-KR" altLang="en-US" sz="1100" b="1" dirty="0" smtClean="0">
                <a:solidFill>
                  <a:srgbClr val="FF0000"/>
                </a:solidFill>
              </a:rPr>
              <a:t>에 저장</a:t>
            </a:r>
            <a:endParaRPr lang="en-US" altLang="ko-KR" sz="1100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754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2686</TotalTime>
  <Words>1328</Words>
  <Application>Microsoft Office PowerPoint</Application>
  <PresentationFormat>와이드스크린</PresentationFormat>
  <Paragraphs>234</Paragraphs>
  <Slides>45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3" baseType="lpstr">
      <vt:lpstr>Nanum Square</vt:lpstr>
      <vt:lpstr>Nanum Square Ultra-Bold</vt:lpstr>
      <vt:lpstr>Tmon몬소리 Black</vt:lpstr>
      <vt:lpstr>맑은 고딕</vt:lpstr>
      <vt:lpstr>휴먼둥근헤드라인</vt:lpstr>
      <vt:lpstr>Arial</vt:lpstr>
      <vt:lpstr>Times New Roman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kccistc</cp:lastModifiedBy>
  <cp:revision>126</cp:revision>
  <dcterms:created xsi:type="dcterms:W3CDTF">2025-04-28T01:12:51Z</dcterms:created>
  <dcterms:modified xsi:type="dcterms:W3CDTF">2025-09-08T09:06:38Z</dcterms:modified>
</cp:coreProperties>
</file>